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486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&amp; COMMUNITY ENGAGEMENT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Society Through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Welfare and Environmental Stewardship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30175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 Faisal (23I-0058)  |  Hamad Khan (23I-3095)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41605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Miss. Hina Hafeez  |  Al-Khidmat Foundation Islamabad  |  Group 10 – SE-A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C3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286000" cy="5486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834640" y="9601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Al-Khidmat Foundation Islamabad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64208"/>
            <a:ext cx="2286000" cy="5486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66420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834640" y="1709928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 (Feb 27 – Apr 15, 2026)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2414016"/>
            <a:ext cx="2286000" cy="5486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241401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34640" y="2459736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65+ community members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3163824"/>
            <a:ext cx="2286000" cy="5486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316382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34640" y="3209544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Iftar Drive, Plantation, Teaching, AI App Development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3913632"/>
            <a:ext cx="2286000" cy="5486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39136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SDGs Aligned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34640" y="395935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1, 2, 3, 4, 13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C3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Alignment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457200"/>
          </a:xfrm>
          <a:prstGeom prst="rect">
            <a:avLst/>
          </a:prstGeom>
          <a:solidFill>
            <a:srgbClr val="E5243B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22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1: No Poverty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4114800" cy="1280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7160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support via Iftar Drive for 40+ underprivileged families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114800" cy="457200"/>
          </a:xfrm>
          <a:prstGeom prst="rect">
            <a:avLst/>
          </a:prstGeom>
          <a:solidFill>
            <a:srgbClr val="DDA63A"/>
          </a:solidFill>
          <a:ln/>
        </p:spPr>
      </p:sp>
      <p:sp>
        <p:nvSpPr>
          <p:cNvPr id="9" name="Text 7"/>
          <p:cNvSpPr/>
          <p:nvPr/>
        </p:nvSpPr>
        <p:spPr>
          <a:xfrm>
            <a:off x="4709160" y="822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2: Zero Hunger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1280160"/>
            <a:ext cx="4114800" cy="1280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37160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Nutritious Iftar meals distributed in G-7/2 Islamabad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834640"/>
            <a:ext cx="4114800" cy="457200"/>
          </a:xfrm>
          <a:prstGeom prst="rect">
            <a:avLst/>
          </a:prstGeom>
          <a:solidFill>
            <a:srgbClr val="C5192D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2834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4: Quality Education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3291840"/>
            <a:ext cx="4114800" cy="1280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38328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session for 25 children at CPC Khanapul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834640"/>
            <a:ext cx="4114800" cy="457200"/>
          </a:xfrm>
          <a:prstGeom prst="rect">
            <a:avLst/>
          </a:prstGeom>
          <a:solidFill>
            <a:srgbClr val="3F7E44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2834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13: Climate Action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09160" y="3291840"/>
            <a:ext cx="4114800" cy="1280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338328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trees planted in Swabi for environmental conservation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6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82880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Orientation Session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3108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February 2026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C3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– Online Orientation Session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114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kickoff of the Civics &amp; Community Engagement project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Attended via Microsoft Teams with 110+ participants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 field coordinator at Al-Khidmat Foundation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project guidelines, community activity schedule, and ethical protocols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assigned to different community engagement activities</a:t>
            </a:r>
            <a:endParaRPr lang="en-US" sz="1400" dirty="0"/>
          </a:p>
        </p:txBody>
      </p:sp>
      <p:pic>
        <p:nvPicPr>
          <p:cNvPr id="5" name="Image 0" descr="/home/claude/w01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46320" y="914400"/>
            <a:ext cx="393192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6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82880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Iftar Drive – G-7/2 Islamabad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3108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March 2026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C3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– Iftar Drive at G-7/2 Islamabad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114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food drive during the holy month of Ramadan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40+ underprivileged community members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and distributed Iftar packages including fruits, dates, and meals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Partnered with Al-Khidmat volunteers in blue vests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Addressed SDG 1 (No Poverty) and SDG 2 (Zero Hunger)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conducted with full cultural sensitivity</a:t>
            </a:r>
            <a:endParaRPr lang="en-US" sz="1400" dirty="0"/>
          </a:p>
        </p:txBody>
      </p:sp>
      <p:pic>
        <p:nvPicPr>
          <p:cNvPr id="5" name="Image 0" descr="/home/claude/w02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46320" y="914400"/>
            <a:ext cx="393192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C3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– Iftar Drive: Activity Photos</a:t>
            </a:r>
            <a:endParaRPr lang="en-US" sz="2000" dirty="0"/>
          </a:p>
        </p:txBody>
      </p:sp>
      <p:pic>
        <p:nvPicPr>
          <p:cNvPr id="4" name="Image 0" descr="/home/claude/w02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22960"/>
            <a:ext cx="4114800" cy="3474720"/>
          </a:xfrm>
          <a:prstGeom prst="rect">
            <a:avLst/>
          </a:prstGeom>
        </p:spPr>
      </p:pic>
      <p:pic>
        <p:nvPicPr>
          <p:cNvPr id="5" name="Image 1" descr="/home/claude/w02b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822960"/>
            <a:ext cx="4114800" cy="34747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4320" y="4389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Iftar packages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754880" y="4389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Volunteers ready to serve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6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82880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Seminar – Peak Performance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3108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March 2026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C3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– Peak Performance Seminar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114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seminar: 'Peak Performance: Aligning the Four Dimensions'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by speaker Nayyer Taban via Microsoft Teams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 participants from multiple groups attended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Topics: Physical, Mental, Emotional, and Spiritual wellbeing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Concept: 'Energy flows where the Focus goes'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 broader health and community awareness goals</a:t>
            </a:r>
            <a:endParaRPr lang="en-US" sz="1400" dirty="0"/>
          </a:p>
        </p:txBody>
      </p:sp>
      <p:pic>
        <p:nvPicPr>
          <p:cNvPr id="5" name="Image 0" descr="/home/claude/w03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46320" y="914400"/>
            <a:ext cx="393192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C3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– Seminar Screenshots</a:t>
            </a:r>
            <a:endParaRPr lang="en-US" sz="2000" dirty="0"/>
          </a:p>
        </p:txBody>
      </p:sp>
      <p:pic>
        <p:nvPicPr>
          <p:cNvPr id="4" name="Image 0" descr="/home/claude/w03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22960"/>
            <a:ext cx="4114800" cy="3474720"/>
          </a:xfrm>
          <a:prstGeom prst="rect">
            <a:avLst/>
          </a:prstGeom>
        </p:spPr>
      </p:pic>
      <p:pic>
        <p:nvPicPr>
          <p:cNvPr id="5" name="Image 1" descr="/home/claude/w03c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822960"/>
            <a:ext cx="4114800" cy="34747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4320" y="4389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Performance slide content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754880" y="4389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Spiritual Reset framework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6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82880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Plantation Activity – Swabi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3108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March 2026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C3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– Plantation Activity in Swabi</a:t>
            </a:r>
            <a:endParaRPr lang="en-US" sz="2000" dirty="0"/>
          </a:p>
        </p:txBody>
      </p:sp>
      <p:pic>
        <p:nvPicPr>
          <p:cNvPr id="4" name="Image 0" descr="/home/claude/w04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22960"/>
            <a:ext cx="4114800" cy="3474720"/>
          </a:xfrm>
          <a:prstGeom prst="rect">
            <a:avLst/>
          </a:prstGeom>
        </p:spPr>
      </p:pic>
      <p:pic>
        <p:nvPicPr>
          <p:cNvPr id="5" name="Image 1" descr="/home/claude/w04b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822960"/>
            <a:ext cx="4114800" cy="34747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4320" y="4389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Planting saplings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754880" y="4389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planted and secured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C3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– Environmental Stewardship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846320" y="914400"/>
            <a:ext cx="4114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Plantation drive conducted in Swabi (hometown)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Planted 15 trees contributing to local green cover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chosen suitable for local climate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SDG 13 – Climate Action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Promoted environmental awareness among local community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effort and community volunteering spirit demonstrated</a:t>
            </a:r>
            <a:endParaRPr lang="en-US" sz="1400" dirty="0"/>
          </a:p>
        </p:txBody>
      </p:sp>
      <p:pic>
        <p:nvPicPr>
          <p:cNvPr id="5" name="Image 0" descr="/home/claude/w04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14400"/>
            <a:ext cx="393192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D6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82880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at Children Protection Center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3108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March 2026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C3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– CPC Visit: Activity Photos</a:t>
            </a:r>
            <a:endParaRPr lang="en-US" sz="2000" dirty="0"/>
          </a:p>
        </p:txBody>
      </p:sp>
      <p:pic>
        <p:nvPicPr>
          <p:cNvPr id="4" name="Image 0" descr="/home/claude/w05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822960"/>
            <a:ext cx="2743200" cy="3931920"/>
          </a:xfrm>
          <a:prstGeom prst="rect">
            <a:avLst/>
          </a:prstGeom>
        </p:spPr>
      </p:pic>
      <p:pic>
        <p:nvPicPr>
          <p:cNvPr id="5" name="Image 1" descr="/home/claude/w05a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00400" y="822960"/>
            <a:ext cx="2743200" cy="3931920"/>
          </a:xfrm>
          <a:prstGeom prst="rect">
            <a:avLst/>
          </a:prstGeom>
        </p:spPr>
      </p:pic>
      <p:pic>
        <p:nvPicPr>
          <p:cNvPr id="6" name="Image 2" descr="/home/claude/w05b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17920" y="822960"/>
            <a:ext cx="27432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C3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– Children Protection Center, Khanapul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114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Conducted interactive teaching session for 25 students (Grade 4 &amp; 5)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Taught basic concepts through drawings and activities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snacks and educational materials as incentives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hesitancy from children overcome through engaging activities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addressed SDG 4 – Quality Education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emotional support and mentorship to vulnerable children</a:t>
            </a:r>
            <a:endParaRPr lang="en-US" sz="1400" dirty="0"/>
          </a:p>
        </p:txBody>
      </p:sp>
      <p:pic>
        <p:nvPicPr>
          <p:cNvPr id="5" name="Image 0" descr="/home/claude/w05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46320" y="914400"/>
            <a:ext cx="393192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D6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82880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Gathering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3108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April 2026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C3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– Community App Requirements Gathering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114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meeting with professional software engineer (Funerary Technology)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Discussed scope of AI-powered medical image analysis application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Gathered functional &amp; non-functional requirements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app architecture: React + TypeScript frontend, AI backend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target users: community members needing quick health assessment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named: MedScan AI (medeye-assist)</a:t>
            </a:r>
            <a:endParaRPr lang="en-US" sz="1400" dirty="0"/>
          </a:p>
        </p:txBody>
      </p:sp>
      <p:pic>
        <p:nvPicPr>
          <p:cNvPr id="5" name="Image 0" descr="/home/claude/w0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46320" y="914400"/>
            <a:ext cx="393192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D6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82880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Phase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3108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April 2026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C3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– Source Code Development</a:t>
            </a:r>
            <a:endParaRPr lang="en-US" sz="2000" dirty="0"/>
          </a:p>
        </p:txBody>
      </p:sp>
      <p:pic>
        <p:nvPicPr>
          <p:cNvPr id="4" name="Image 0" descr="/home/claude/w07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22960"/>
            <a:ext cx="4114800" cy="3474720"/>
          </a:xfrm>
          <a:prstGeom prst="rect">
            <a:avLst/>
          </a:prstGeom>
        </p:spPr>
      </p:pic>
      <p:pic>
        <p:nvPicPr>
          <p:cNvPr id="5" name="Image 1" descr="/home/claude/w07a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822960"/>
            <a:ext cx="4114800" cy="34747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4320" y="4389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– React/TypeScript codebase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754880" y="4389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management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C3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– AI Application Development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846320" y="914400"/>
            <a:ext cx="4114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React, TypeScript, Tailwind CSS, Supabase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AI-powered image analysis for skin/medical conditions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 ShahFaisalazmat/medeye-assist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deployments tracked on Vercel cloud platform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Components: Image upload, AI confidence score, analysis, recommendations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reviewed and optimized with AI-assisted development tools</a:t>
            </a:r>
            <a:endParaRPr lang="en-US" sz="1400" dirty="0"/>
          </a:p>
        </p:txBody>
      </p:sp>
      <p:pic>
        <p:nvPicPr>
          <p:cNvPr id="5" name="Image 0" descr="/home/claude/w07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14400"/>
            <a:ext cx="393192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D6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82880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Deployment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3108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April 2026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C3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– Application Live: MedScan AI</a:t>
            </a:r>
            <a:endParaRPr lang="en-US" sz="2000" dirty="0"/>
          </a:p>
        </p:txBody>
      </p:sp>
      <p:pic>
        <p:nvPicPr>
          <p:cNvPr id="4" name="Image 0" descr="/home/claude/w08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822960"/>
            <a:ext cx="2743200" cy="3931920"/>
          </a:xfrm>
          <a:prstGeom prst="rect">
            <a:avLst/>
          </a:prstGeom>
        </p:spPr>
      </p:pic>
      <p:pic>
        <p:nvPicPr>
          <p:cNvPr id="5" name="Image 1" descr="/home/claude/w08a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00400" y="822960"/>
            <a:ext cx="2743200" cy="3931920"/>
          </a:xfrm>
          <a:prstGeom prst="rect">
            <a:avLst/>
          </a:prstGeom>
        </p:spPr>
      </p:pic>
      <p:pic>
        <p:nvPicPr>
          <p:cNvPr id="6" name="Image 2" descr="/home/claude/w08c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17920" y="822960"/>
            <a:ext cx="27432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C3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– MedScan AI: Live Application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114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deployed at medeye-assist.vercel.app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analyzes uploaded medical images (skin, oral conditions, etc.)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Provides: Severity level, confidence score (up to 90%), detailed analysis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next steps (e.g., 'See healthcare provider within 1-2 days')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coordination via Google Meet deployment review session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successfully delivered and version-controlled on GitHub</a:t>
            </a:r>
            <a:endParaRPr lang="en-US" sz="1400" dirty="0"/>
          </a:p>
        </p:txBody>
      </p:sp>
      <p:pic>
        <p:nvPicPr>
          <p:cNvPr id="5" name="Image 0" descr="/home/claude/w08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46320" y="914400"/>
            <a:ext cx="393192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C3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Impact &amp; Outcomes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682240" cy="1645920"/>
          </a:xfrm>
          <a:prstGeom prst="rect">
            <a:avLst/>
          </a:prstGeom>
          <a:solidFill>
            <a:srgbClr val="1A3C34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05840"/>
            <a:ext cx="268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1828800"/>
            <a:ext cx="268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Members Reached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139440" y="914400"/>
            <a:ext cx="2682240" cy="1645920"/>
          </a:xfrm>
          <a:prstGeom prst="rect">
            <a:avLst/>
          </a:prstGeom>
          <a:solidFill>
            <a:srgbClr val="1A3C34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139440" y="1005840"/>
            <a:ext cx="268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139440" y="1828800"/>
            <a:ext cx="268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Served at Iftar Drive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04560" y="914400"/>
            <a:ext cx="2682240" cy="1645920"/>
          </a:xfrm>
          <a:prstGeom prst="rect">
            <a:avLst/>
          </a:prstGeom>
          <a:solidFill>
            <a:srgbClr val="1A3C34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04560" y="1005840"/>
            <a:ext cx="268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004560" y="1828800"/>
            <a:ext cx="268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Planted (Swabi)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834640"/>
            <a:ext cx="2682240" cy="1645920"/>
          </a:xfrm>
          <a:prstGeom prst="rect">
            <a:avLst/>
          </a:prstGeom>
          <a:solidFill>
            <a:srgbClr val="1A3C34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" y="2926080"/>
            <a:ext cx="268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74320" y="3749040"/>
            <a:ext cx="268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Taught at CPC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139440" y="2834640"/>
            <a:ext cx="2682240" cy="1645920"/>
          </a:xfrm>
          <a:prstGeom prst="rect">
            <a:avLst/>
          </a:prstGeom>
          <a:solidFill>
            <a:srgbClr val="1A3C34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139440" y="2926080"/>
            <a:ext cx="268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139440" y="3749040"/>
            <a:ext cx="268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SDGs Addressed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04560" y="2834640"/>
            <a:ext cx="2682240" cy="1645920"/>
          </a:xfrm>
          <a:prstGeom prst="rect">
            <a:avLst/>
          </a:prstGeom>
          <a:solidFill>
            <a:srgbClr val="1A3C34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04560" y="2926080"/>
            <a:ext cx="268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004560" y="3749040"/>
            <a:ext cx="268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of Fieldwork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C3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931920" cy="6858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2296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Logistical Issues – Iftar Drive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89120" y="822960"/>
            <a:ext cx="4480560" cy="6858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0" y="82296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Pre-planned food quantities; Al-Khidmat volunteers assisted coordination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3931920" cy="6858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82880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Inclement Weather – Plantation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828800"/>
            <a:ext cx="4480560" cy="6858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182880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Monitored forecast, rescheduled to favorable window in Swabi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834640"/>
            <a:ext cx="3931920" cy="6858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283464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Technical Hurdles – AI App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89120" y="2834640"/>
            <a:ext cx="4480560" cy="6858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283464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Iterative debugging, AI-assisted coding, modular architecture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840480"/>
            <a:ext cx="3931920" cy="6858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384048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Children's Hesitancy – CPC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89120" y="3840480"/>
            <a:ext cx="4480560" cy="6858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0" y="384048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Ice-breaking activities, drawings, snacks; patience and empathy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C3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 &amp; Skills Gained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114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engagement requires adaptability and cultural sensitivity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skills: React, TypeScript, AI API integration, GitHub workflow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 across physical fieldwork and digital development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 and patience essential when working with vulnerable communities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collaboration enhances reach and impact of student projects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development and testing crucial for software reliability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C3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4572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77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Future Students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NGO coordination early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all activities with photos/videos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SDG-aligned projects with measurable impact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777240"/>
            <a:ext cx="4114800" cy="4572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8" name="Text 6"/>
          <p:cNvSpPr/>
          <p:nvPr/>
        </p:nvSpPr>
        <p:spPr>
          <a:xfrm>
            <a:off x="4709160" y="777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Al-Khidmat Foundation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00600" y="1325880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student volunteers into long-term programs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CPC teaching sessions to cover more children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AI tools for community health screening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65760" y="22860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41605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 Faisal (23I-0058)  |  Hamad Khan (23I-3095)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10 – Section A  |  Miss. Hina Hafeez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10 - SE-A - FP</dc:title>
  <dc:subject>PptxGenJS Presentation</dc:subject>
  <dc:creator>PptxGenJS</dc:creator>
  <cp:lastModifiedBy>PptxGenJS</cp:lastModifiedBy>
  <cp:revision>1</cp:revision>
  <dcterms:created xsi:type="dcterms:W3CDTF">2026-05-04T09:57:53Z</dcterms:created>
  <dcterms:modified xsi:type="dcterms:W3CDTF">2026-05-04T09:57:53Z</dcterms:modified>
</cp:coreProperties>
</file>