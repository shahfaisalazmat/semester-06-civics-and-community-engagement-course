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9" r:id="rId1"/>
  </p:sldMasterIdLst>
  <p:sldIdLst>
    <p:sldId id="256" r:id="rId2"/>
    <p:sldId id="292" r:id="rId3"/>
    <p:sldId id="290" r:id="rId4"/>
    <p:sldId id="291" r:id="rId5"/>
    <p:sldId id="257" r:id="rId6"/>
    <p:sldId id="258" r:id="rId7"/>
    <p:sldId id="259" r:id="rId8"/>
    <p:sldId id="260" r:id="rId9"/>
    <p:sldId id="261" r:id="rId10"/>
    <p:sldId id="263" r:id="rId11"/>
    <p:sldId id="262" r:id="rId12"/>
    <p:sldId id="267" r:id="rId13"/>
    <p:sldId id="268" r:id="rId14"/>
    <p:sldId id="270" r:id="rId15"/>
    <p:sldId id="271" r:id="rId16"/>
    <p:sldId id="273" r:id="rId17"/>
    <p:sldId id="274" r:id="rId18"/>
    <p:sldId id="277" r:id="rId19"/>
    <p:sldId id="278" r:id="rId20"/>
    <p:sldId id="279" r:id="rId21"/>
    <p:sldId id="280" r:id="rId22"/>
    <p:sldId id="281" r:id="rId23"/>
    <p:sldId id="282" r:id="rId24"/>
    <p:sldId id="283" r:id="rId25"/>
    <p:sldId id="284" r:id="rId26"/>
    <p:sldId id="285" r:id="rId27"/>
    <p:sldId id="286" r:id="rId28"/>
    <p:sldId id="287" r:id="rId29"/>
    <p:sldId id="288" r:id="rId30"/>
    <p:sldId id="289" r:id="rId31"/>
    <p:sldId id="272" r:id="rId3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7" d="100"/>
          <a:sy n="77" d="100"/>
        </p:scale>
        <p:origin x="244" y="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diagrams/colors1.xml><?xml version="1.0" encoding="utf-8"?>
<dgm:colorsDef xmlns:dgm="http://schemas.openxmlformats.org/drawingml/2006/diagram" xmlns:a="http://schemas.openxmlformats.org/drawingml/2006/main" uniqueId="urn:microsoft.com/office/officeart/2005/8/colors/accent6_1">
  <dgm:title val=""/>
  <dgm:desc val=""/>
  <dgm:catLst>
    <dgm:cat type="accent6" pri="11100"/>
  </dgm:catLst>
  <dgm:styleLbl name="node0">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6">
        <a:shade val="80000"/>
      </a:schemeClr>
    </dgm:linClrLst>
    <dgm:effectClrLst/>
    <dgm:txLinClrLst/>
    <dgm:txFillClrLst/>
    <dgm:txEffectClrLst/>
  </dgm:styleLbl>
  <dgm:styleLbl name="node2">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fgImgPlace1">
    <dgm:fillClrLst meth="repeat">
      <a:schemeClr val="accent6">
        <a:tint val="40000"/>
      </a:schemeClr>
    </dgm:fillClrLst>
    <dgm:linClrLst meth="repeat">
      <a:schemeClr val="accent6">
        <a:shade val="80000"/>
      </a:schemeClr>
    </dgm:linClrLst>
    <dgm:effectClrLst/>
    <dgm:txLinClrLst/>
    <dgm:txFillClrLst meth="repeat">
      <a:schemeClr val="lt1"/>
    </dgm:txFillClrLst>
    <dgm:txEffectClrLst/>
  </dgm:styleLbl>
  <dgm:styleLbl name="alignImgPlace1">
    <dgm:fillClrLst meth="repeat">
      <a:schemeClr val="accent6">
        <a:tint val="40000"/>
      </a:schemeClr>
    </dgm:fillClrLst>
    <dgm:linClrLst meth="repeat">
      <a:schemeClr val="accent6">
        <a:shade val="80000"/>
      </a:schemeClr>
    </dgm:linClrLst>
    <dgm:effectClrLst/>
    <dgm:txLinClrLst/>
    <dgm:txFillClrLst meth="repeat">
      <a:schemeClr val="lt1"/>
    </dgm:txFillClrLst>
    <dgm:txEffectClrLst/>
  </dgm:styleLbl>
  <dgm:styleLbl name="bgImgPlace1">
    <dgm:fillClrLst meth="repeat">
      <a:schemeClr val="accent6">
        <a:tint val="40000"/>
      </a:schemeClr>
    </dgm:fillClrLst>
    <dgm:linClrLst meth="repeat">
      <a:schemeClr val="accent6">
        <a:shade val="80000"/>
      </a:schemeClr>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meth="repeat">
      <a:schemeClr val="dk1"/>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meth="repeat">
      <a:schemeClr val="dk1"/>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meth="repeat">
      <a:schemeClr val="dk1"/>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dgm:linClrLst>
    <dgm:effectClrLst/>
    <dgm:txLinClrLst/>
    <dgm:txFillClrLst meth="repeat">
      <a:schemeClr val="tx1"/>
    </dgm:txFillClrLst>
    <dgm:txEffectClrLst/>
  </dgm:styleLbl>
  <dgm:styleLbl name="asst0">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dgm:txEffectClrLst/>
  </dgm:styleLbl>
  <dgm:styleLbl name="parChTrans2D2">
    <dgm:fillClrLst meth="repeat">
      <a:schemeClr val="accent6"/>
    </dgm:fillClrLst>
    <dgm:linClrLst meth="repeat">
      <a:schemeClr val="accent6"/>
    </dgm:linClrLst>
    <dgm:effectClrLst/>
    <dgm:txLinClrLst/>
    <dgm:txFillClrLst/>
    <dgm:txEffectClrLst/>
  </dgm:styleLbl>
  <dgm:styleLbl name="parChTrans2D3">
    <dgm:fillClrLst meth="repeat">
      <a:schemeClr val="accent6"/>
    </dgm:fillClrLst>
    <dgm:linClrLst meth="repeat">
      <a:schemeClr val="accent6"/>
    </dgm:linClrLst>
    <dgm:effectClrLst/>
    <dgm:txLinClrLst/>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conFgAcc1">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alignAcc1">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trAlignAcc1">
    <dgm:fillClrLst meth="repeat">
      <a:schemeClr val="accent6">
        <a:alpha val="40000"/>
        <a:tint val="40000"/>
      </a:schemeClr>
    </dgm:fillClrLst>
    <dgm:linClrLst meth="repeat">
      <a:schemeClr val="accent6"/>
    </dgm:linClrLst>
    <dgm:effectClrLst/>
    <dgm:txLinClrLst/>
    <dgm:txFillClrLst meth="repeat">
      <a:schemeClr val="dk1"/>
    </dgm:txFillClrLst>
    <dgm:txEffectClrLst/>
  </dgm:styleLbl>
  <dgm:styleLbl name="bgAcc1">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6">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6">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6">
        <a:alpha val="90000"/>
      </a:schemeClr>
    </dgm:linClrLst>
    <dgm:effectClrLst/>
    <dgm:txLinClrLst/>
    <dgm:txFillClrLst meth="repeat">
      <a:schemeClr val="dk1"/>
    </dgm:txFillClrLst>
    <dgm:txEffectClrLst/>
  </dgm:styleLbl>
  <dgm:styleLbl name="fgAcc0">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fgAcc2">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fgAcc3">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fgAcc4">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2E6C4AE-9146-4608-B4B6-213FF72E84E5}" type="doc">
      <dgm:prSet loTypeId="urn:microsoft.com/office/officeart/2005/8/layout/vList2" loCatId="list" qsTypeId="urn:microsoft.com/office/officeart/2005/8/quickstyle/simple1" qsCatId="simple" csTypeId="urn:microsoft.com/office/officeart/2005/8/colors/accent6_1" csCatId="accent6" phldr="1"/>
      <dgm:spPr/>
      <dgm:t>
        <a:bodyPr/>
        <a:lstStyle/>
        <a:p>
          <a:endParaRPr lang="en-US"/>
        </a:p>
      </dgm:t>
    </dgm:pt>
    <dgm:pt modelId="{22E1E7A1-C2F0-4C67-9A05-3F5D73DC51F9}">
      <dgm:prSet custT="1"/>
      <dgm:spPr>
        <a:solidFill>
          <a:schemeClr val="tx2">
            <a:lumMod val="10000"/>
            <a:lumOff val="90000"/>
          </a:schemeClr>
        </a:solidFill>
      </dgm:spPr>
      <dgm:t>
        <a:bodyPr/>
        <a:lstStyle/>
        <a:p>
          <a:pPr algn="just"/>
          <a:r>
            <a:rPr lang="en-US" sz="2800" dirty="0">
              <a:latin typeface="Abadi" panose="020B0604020104020204" pitchFamily="34" charset="0"/>
            </a:rPr>
            <a:t>Understanding key terms (Civics, Community Engagement, Citizenship)</a:t>
          </a:r>
        </a:p>
      </dgm:t>
    </dgm:pt>
    <dgm:pt modelId="{5E631259-AF3F-415C-893F-91C9B67C5AC4}" type="parTrans" cxnId="{991EFC06-C5DA-478F-9D56-91F9DCEB0420}">
      <dgm:prSet/>
      <dgm:spPr/>
      <dgm:t>
        <a:bodyPr/>
        <a:lstStyle/>
        <a:p>
          <a:endParaRPr lang="en-US"/>
        </a:p>
      </dgm:t>
    </dgm:pt>
    <dgm:pt modelId="{13E02110-556A-4F89-81A2-2215DF765981}" type="sibTrans" cxnId="{991EFC06-C5DA-478F-9D56-91F9DCEB0420}">
      <dgm:prSet/>
      <dgm:spPr/>
      <dgm:t>
        <a:bodyPr/>
        <a:lstStyle/>
        <a:p>
          <a:endParaRPr lang="en-US"/>
        </a:p>
      </dgm:t>
    </dgm:pt>
    <dgm:pt modelId="{1244305C-D42D-482C-838C-6E79721064A3}">
      <dgm:prSet custT="1"/>
      <dgm:spPr>
        <a:solidFill>
          <a:schemeClr val="tx2">
            <a:lumMod val="10000"/>
            <a:lumOff val="90000"/>
          </a:schemeClr>
        </a:solidFill>
      </dgm:spPr>
      <dgm:t>
        <a:bodyPr/>
        <a:lstStyle/>
        <a:p>
          <a:pPr algn="just"/>
          <a:r>
            <a:rPr lang="en-US" sz="2800" b="0" dirty="0">
              <a:latin typeface="Abadi" panose="020B0604020104020204" pitchFamily="34" charset="0"/>
            </a:rPr>
            <a:t>Civics and Citizenship in the light of Islamic/Pakistani Framework</a:t>
          </a:r>
        </a:p>
      </dgm:t>
    </dgm:pt>
    <dgm:pt modelId="{D52CBF11-7D7A-47CC-A93A-635E4781F582}" type="parTrans" cxnId="{192C7577-B2DE-4642-B5E6-3018DC7A8919}">
      <dgm:prSet/>
      <dgm:spPr/>
      <dgm:t>
        <a:bodyPr/>
        <a:lstStyle/>
        <a:p>
          <a:endParaRPr lang="en-US"/>
        </a:p>
      </dgm:t>
    </dgm:pt>
    <dgm:pt modelId="{9D20DAB6-4F44-43F6-8306-DDC1C2CF7362}" type="sibTrans" cxnId="{192C7577-B2DE-4642-B5E6-3018DC7A8919}">
      <dgm:prSet/>
      <dgm:spPr/>
      <dgm:t>
        <a:bodyPr/>
        <a:lstStyle/>
        <a:p>
          <a:endParaRPr lang="en-US"/>
        </a:p>
      </dgm:t>
    </dgm:pt>
    <dgm:pt modelId="{D328A611-5CDE-4AB4-8FCD-B3E549732014}">
      <dgm:prSet custT="1"/>
      <dgm:spPr>
        <a:solidFill>
          <a:schemeClr val="tx2">
            <a:lumMod val="10000"/>
            <a:lumOff val="90000"/>
          </a:schemeClr>
        </a:solidFill>
      </dgm:spPr>
      <dgm:t>
        <a:bodyPr/>
        <a:lstStyle/>
        <a:p>
          <a:r>
            <a:rPr lang="en-US" sz="2800" b="0" dirty="0">
              <a:latin typeface="Abadi" panose="020B0604020104020204" pitchFamily="34" charset="0"/>
            </a:rPr>
            <a:t>Civic Duty vs. Responsibility</a:t>
          </a:r>
        </a:p>
      </dgm:t>
    </dgm:pt>
    <dgm:pt modelId="{C9B825C4-5322-47BD-B03D-03EBE2FF7DCC}" type="parTrans" cxnId="{43C26513-897C-43A6-8A6B-F545E8A1DE9A}">
      <dgm:prSet/>
      <dgm:spPr/>
      <dgm:t>
        <a:bodyPr/>
        <a:lstStyle/>
        <a:p>
          <a:endParaRPr lang="en-US"/>
        </a:p>
      </dgm:t>
    </dgm:pt>
    <dgm:pt modelId="{D4100D54-A9E0-49E9-8113-7227D83AE13F}" type="sibTrans" cxnId="{43C26513-897C-43A6-8A6B-F545E8A1DE9A}">
      <dgm:prSet/>
      <dgm:spPr/>
      <dgm:t>
        <a:bodyPr/>
        <a:lstStyle/>
        <a:p>
          <a:endParaRPr lang="en-US"/>
        </a:p>
      </dgm:t>
    </dgm:pt>
    <dgm:pt modelId="{1F1BAC49-7689-4E30-BDDA-73770BCAA26C}">
      <dgm:prSet custT="1"/>
      <dgm:spPr>
        <a:solidFill>
          <a:schemeClr val="tx2">
            <a:lumMod val="10000"/>
            <a:lumOff val="90000"/>
          </a:schemeClr>
        </a:solidFill>
      </dgm:spPr>
      <dgm:t>
        <a:bodyPr/>
        <a:lstStyle/>
        <a:p>
          <a:r>
            <a:rPr lang="en-US" sz="2800" dirty="0">
              <a:latin typeface="Abadi" panose="020B0604020104020204" pitchFamily="34" charset="0"/>
            </a:rPr>
            <a:t>Community Need Assessment Tools</a:t>
          </a:r>
        </a:p>
      </dgm:t>
    </dgm:pt>
    <dgm:pt modelId="{7007B0A9-1214-4A4F-AADB-7B7CC02C7B3B}" type="parTrans" cxnId="{2B044C44-7566-4146-A3AD-B294EDE0D795}">
      <dgm:prSet/>
      <dgm:spPr/>
      <dgm:t>
        <a:bodyPr/>
        <a:lstStyle/>
        <a:p>
          <a:endParaRPr lang="en-US"/>
        </a:p>
      </dgm:t>
    </dgm:pt>
    <dgm:pt modelId="{9721D456-5F5F-4E2B-B4BA-4D45CB4C2DF3}" type="sibTrans" cxnId="{2B044C44-7566-4146-A3AD-B294EDE0D795}">
      <dgm:prSet/>
      <dgm:spPr/>
      <dgm:t>
        <a:bodyPr/>
        <a:lstStyle/>
        <a:p>
          <a:endParaRPr lang="en-US"/>
        </a:p>
      </dgm:t>
    </dgm:pt>
    <dgm:pt modelId="{3A677E82-DED7-4650-9D09-2E77B2F52680}" type="pres">
      <dgm:prSet presAssocID="{E2E6C4AE-9146-4608-B4B6-213FF72E84E5}" presName="linear" presStyleCnt="0">
        <dgm:presLayoutVars>
          <dgm:animLvl val="lvl"/>
          <dgm:resizeHandles val="exact"/>
        </dgm:presLayoutVars>
      </dgm:prSet>
      <dgm:spPr/>
      <dgm:t>
        <a:bodyPr/>
        <a:lstStyle/>
        <a:p>
          <a:endParaRPr lang="en-US"/>
        </a:p>
      </dgm:t>
    </dgm:pt>
    <dgm:pt modelId="{515AAA6B-2AD5-4122-8932-AD1D7D18586C}" type="pres">
      <dgm:prSet presAssocID="{22E1E7A1-C2F0-4C67-9A05-3F5D73DC51F9}" presName="parentText" presStyleLbl="node1" presStyleIdx="0" presStyleCnt="4" custScaleY="104829">
        <dgm:presLayoutVars>
          <dgm:chMax val="0"/>
          <dgm:bulletEnabled val="1"/>
        </dgm:presLayoutVars>
      </dgm:prSet>
      <dgm:spPr/>
      <dgm:t>
        <a:bodyPr/>
        <a:lstStyle/>
        <a:p>
          <a:endParaRPr lang="en-US"/>
        </a:p>
      </dgm:t>
    </dgm:pt>
    <dgm:pt modelId="{80B45A65-5907-4A8C-A160-33310F8CE469}" type="pres">
      <dgm:prSet presAssocID="{13E02110-556A-4F89-81A2-2215DF765981}" presName="spacer" presStyleCnt="0"/>
      <dgm:spPr/>
    </dgm:pt>
    <dgm:pt modelId="{2AC0352F-BF22-44D6-9A16-E79E90792DB0}" type="pres">
      <dgm:prSet presAssocID="{1244305C-D42D-482C-838C-6E79721064A3}" presName="parentText" presStyleLbl="node1" presStyleIdx="1" presStyleCnt="4" custScaleY="83898">
        <dgm:presLayoutVars>
          <dgm:chMax val="0"/>
          <dgm:bulletEnabled val="1"/>
        </dgm:presLayoutVars>
      </dgm:prSet>
      <dgm:spPr/>
      <dgm:t>
        <a:bodyPr/>
        <a:lstStyle/>
        <a:p>
          <a:endParaRPr lang="en-US"/>
        </a:p>
      </dgm:t>
    </dgm:pt>
    <dgm:pt modelId="{28AD1989-0121-494F-966C-BCE4D50671CC}" type="pres">
      <dgm:prSet presAssocID="{9D20DAB6-4F44-43F6-8306-DDC1C2CF7362}" presName="spacer" presStyleCnt="0"/>
      <dgm:spPr/>
    </dgm:pt>
    <dgm:pt modelId="{3B829BBD-B86D-4010-8FF0-85AB4A6BDCFC}" type="pres">
      <dgm:prSet presAssocID="{D328A611-5CDE-4AB4-8FCD-B3E549732014}" presName="parentText" presStyleLbl="node1" presStyleIdx="2" presStyleCnt="4" custScaleY="85357" custLinFactNeighborX="185" custLinFactNeighborY="12054">
        <dgm:presLayoutVars>
          <dgm:chMax val="0"/>
          <dgm:bulletEnabled val="1"/>
        </dgm:presLayoutVars>
      </dgm:prSet>
      <dgm:spPr/>
      <dgm:t>
        <a:bodyPr/>
        <a:lstStyle/>
        <a:p>
          <a:endParaRPr lang="en-US"/>
        </a:p>
      </dgm:t>
    </dgm:pt>
    <dgm:pt modelId="{BB37CE67-47A6-400F-894B-7515C7E715A6}" type="pres">
      <dgm:prSet presAssocID="{D4100D54-A9E0-49E9-8113-7227D83AE13F}" presName="spacer" presStyleCnt="0"/>
      <dgm:spPr/>
    </dgm:pt>
    <dgm:pt modelId="{65FDE927-BF55-4C88-8249-00B73E55600A}" type="pres">
      <dgm:prSet presAssocID="{1F1BAC49-7689-4E30-BDDA-73770BCAA26C}" presName="parentText" presStyleLbl="node1" presStyleIdx="3" presStyleCnt="4" custLinFactNeighborX="-1438" custLinFactNeighborY="6050">
        <dgm:presLayoutVars>
          <dgm:chMax val="0"/>
          <dgm:bulletEnabled val="1"/>
        </dgm:presLayoutVars>
      </dgm:prSet>
      <dgm:spPr/>
      <dgm:t>
        <a:bodyPr/>
        <a:lstStyle/>
        <a:p>
          <a:endParaRPr lang="en-US"/>
        </a:p>
      </dgm:t>
    </dgm:pt>
  </dgm:ptLst>
  <dgm:cxnLst>
    <dgm:cxn modelId="{0EAD12D6-1F05-41B8-AAF9-2CA1E5FBE710}" type="presOf" srcId="{22E1E7A1-C2F0-4C67-9A05-3F5D73DC51F9}" destId="{515AAA6B-2AD5-4122-8932-AD1D7D18586C}" srcOrd="0" destOrd="0" presId="urn:microsoft.com/office/officeart/2005/8/layout/vList2"/>
    <dgm:cxn modelId="{192C7577-B2DE-4642-B5E6-3018DC7A8919}" srcId="{E2E6C4AE-9146-4608-B4B6-213FF72E84E5}" destId="{1244305C-D42D-482C-838C-6E79721064A3}" srcOrd="1" destOrd="0" parTransId="{D52CBF11-7D7A-47CC-A93A-635E4781F582}" sibTransId="{9D20DAB6-4F44-43F6-8306-DDC1C2CF7362}"/>
    <dgm:cxn modelId="{BBBE285E-96A0-4BC5-AF66-2DA279F2D5BD}" type="presOf" srcId="{1F1BAC49-7689-4E30-BDDA-73770BCAA26C}" destId="{65FDE927-BF55-4C88-8249-00B73E55600A}" srcOrd="0" destOrd="0" presId="urn:microsoft.com/office/officeart/2005/8/layout/vList2"/>
    <dgm:cxn modelId="{991EFC06-C5DA-478F-9D56-91F9DCEB0420}" srcId="{E2E6C4AE-9146-4608-B4B6-213FF72E84E5}" destId="{22E1E7A1-C2F0-4C67-9A05-3F5D73DC51F9}" srcOrd="0" destOrd="0" parTransId="{5E631259-AF3F-415C-893F-91C9B67C5AC4}" sibTransId="{13E02110-556A-4F89-81A2-2215DF765981}"/>
    <dgm:cxn modelId="{801D3182-1F1C-4759-8306-C0F4DB798672}" type="presOf" srcId="{D328A611-5CDE-4AB4-8FCD-B3E549732014}" destId="{3B829BBD-B86D-4010-8FF0-85AB4A6BDCFC}" srcOrd="0" destOrd="0" presId="urn:microsoft.com/office/officeart/2005/8/layout/vList2"/>
    <dgm:cxn modelId="{2B044C44-7566-4146-A3AD-B294EDE0D795}" srcId="{E2E6C4AE-9146-4608-B4B6-213FF72E84E5}" destId="{1F1BAC49-7689-4E30-BDDA-73770BCAA26C}" srcOrd="3" destOrd="0" parTransId="{7007B0A9-1214-4A4F-AADB-7B7CC02C7B3B}" sibTransId="{9721D456-5F5F-4E2B-B4BA-4D45CB4C2DF3}"/>
    <dgm:cxn modelId="{023A3526-2A76-45AF-9964-4F2DB7DA01E7}" type="presOf" srcId="{E2E6C4AE-9146-4608-B4B6-213FF72E84E5}" destId="{3A677E82-DED7-4650-9D09-2E77B2F52680}" srcOrd="0" destOrd="0" presId="urn:microsoft.com/office/officeart/2005/8/layout/vList2"/>
    <dgm:cxn modelId="{8A3F7902-EA58-4120-A51F-A2A31E99F78C}" type="presOf" srcId="{1244305C-D42D-482C-838C-6E79721064A3}" destId="{2AC0352F-BF22-44D6-9A16-E79E90792DB0}" srcOrd="0" destOrd="0" presId="urn:microsoft.com/office/officeart/2005/8/layout/vList2"/>
    <dgm:cxn modelId="{43C26513-897C-43A6-8A6B-F545E8A1DE9A}" srcId="{E2E6C4AE-9146-4608-B4B6-213FF72E84E5}" destId="{D328A611-5CDE-4AB4-8FCD-B3E549732014}" srcOrd="2" destOrd="0" parTransId="{C9B825C4-5322-47BD-B03D-03EBE2FF7DCC}" sibTransId="{D4100D54-A9E0-49E9-8113-7227D83AE13F}"/>
    <dgm:cxn modelId="{02E7BC0B-0CF4-49A5-97F0-7BC16173C166}" type="presParOf" srcId="{3A677E82-DED7-4650-9D09-2E77B2F52680}" destId="{515AAA6B-2AD5-4122-8932-AD1D7D18586C}" srcOrd="0" destOrd="0" presId="urn:microsoft.com/office/officeart/2005/8/layout/vList2"/>
    <dgm:cxn modelId="{7F081940-F606-4104-9057-192EA3B2FD7B}" type="presParOf" srcId="{3A677E82-DED7-4650-9D09-2E77B2F52680}" destId="{80B45A65-5907-4A8C-A160-33310F8CE469}" srcOrd="1" destOrd="0" presId="urn:microsoft.com/office/officeart/2005/8/layout/vList2"/>
    <dgm:cxn modelId="{57020BD0-8321-47E5-822E-FF9B10B05EA2}" type="presParOf" srcId="{3A677E82-DED7-4650-9D09-2E77B2F52680}" destId="{2AC0352F-BF22-44D6-9A16-E79E90792DB0}" srcOrd="2" destOrd="0" presId="urn:microsoft.com/office/officeart/2005/8/layout/vList2"/>
    <dgm:cxn modelId="{B3720E5B-B2D8-49CF-9303-7E18E56DAA1A}" type="presParOf" srcId="{3A677E82-DED7-4650-9D09-2E77B2F52680}" destId="{28AD1989-0121-494F-966C-BCE4D50671CC}" srcOrd="3" destOrd="0" presId="urn:microsoft.com/office/officeart/2005/8/layout/vList2"/>
    <dgm:cxn modelId="{4F0C31BF-7469-449E-B6C9-C367CFD413FD}" type="presParOf" srcId="{3A677E82-DED7-4650-9D09-2E77B2F52680}" destId="{3B829BBD-B86D-4010-8FF0-85AB4A6BDCFC}" srcOrd="4" destOrd="0" presId="urn:microsoft.com/office/officeart/2005/8/layout/vList2"/>
    <dgm:cxn modelId="{C9AB206E-B47B-4188-A4B5-AD44712CAAD0}" type="presParOf" srcId="{3A677E82-DED7-4650-9D09-2E77B2F52680}" destId="{BB37CE67-47A6-400F-894B-7515C7E715A6}" srcOrd="5" destOrd="0" presId="urn:microsoft.com/office/officeart/2005/8/layout/vList2"/>
    <dgm:cxn modelId="{5FA453B7-B514-4408-A1C7-C0B394589717}" type="presParOf" srcId="{3A677E82-DED7-4650-9D09-2E77B2F52680}" destId="{65FDE927-BF55-4C88-8249-00B73E55600A}"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F15756FB-E05E-443F-88A1-CFC90638997C}"/>
              </a:ext>
            </a:extLst>
          </p:cNvPr>
          <p:cNvSpPr>
            <a:spLocks noGrp="1"/>
          </p:cNvSpPr>
          <p:nvPr>
            <p:ph type="ctrTitle"/>
          </p:nvPr>
        </p:nvSpPr>
        <p:spPr>
          <a:xfrm>
            <a:off x="1084727" y="1597961"/>
            <a:ext cx="9144000" cy="3162300"/>
          </a:xfrm>
        </p:spPr>
        <p:txBody>
          <a:bodyPr anchor="b">
            <a:normAutofit/>
          </a:bodyPr>
          <a:lstStyle>
            <a:lvl1pPr algn="l">
              <a:defRPr sz="3200"/>
            </a:lvl1pPr>
          </a:lstStyle>
          <a:p>
            <a:r>
              <a:rPr lang="en-US" dirty="0"/>
              <a:t>Click to edit Master title style</a:t>
            </a:r>
          </a:p>
        </p:txBody>
      </p:sp>
      <p:sp>
        <p:nvSpPr>
          <p:cNvPr id="3" name="Subtitle 2">
            <a:extLst>
              <a:ext uri="{FF2B5EF4-FFF2-40B4-BE49-F238E27FC236}">
                <a16:creationId xmlns="" xmlns:a16="http://schemas.microsoft.com/office/drawing/2014/main" id="{3C5DA97A-281B-4A77-9D2C-C5E6A860E645}"/>
              </a:ext>
            </a:extLst>
          </p:cNvPr>
          <p:cNvSpPr>
            <a:spLocks noGrp="1"/>
          </p:cNvSpPr>
          <p:nvPr>
            <p:ph type="subTitle" idx="1"/>
          </p:nvPr>
        </p:nvSpPr>
        <p:spPr>
          <a:xfrm>
            <a:off x="1084727" y="4902488"/>
            <a:ext cx="9144000" cy="985075"/>
          </a:xfrm>
        </p:spPr>
        <p:txBody>
          <a:bodyPr>
            <a:normAutofit/>
          </a:bodyPr>
          <a:lstStyle>
            <a:lvl1pPr marL="0" indent="0" algn="l">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 xmlns:a16="http://schemas.microsoft.com/office/drawing/2014/main" id="{A5FD7BAE-E194-4223-BB4E-5E487863F5BE}"/>
              </a:ext>
            </a:extLst>
          </p:cNvPr>
          <p:cNvSpPr>
            <a:spLocks noGrp="1"/>
          </p:cNvSpPr>
          <p:nvPr>
            <p:ph type="dt" sz="half" idx="10"/>
          </p:nvPr>
        </p:nvSpPr>
        <p:spPr/>
        <p:txBody>
          <a:bodyPr/>
          <a:lstStyle/>
          <a:p>
            <a:fld id="{8C28A28C-4C6A-46EA-90C0-4EE0B89CC5C7}" type="datetimeFigureOut">
              <a:rPr lang="en-US" smtClean="0"/>
              <a:t>1/20/2026</a:t>
            </a:fld>
            <a:endParaRPr lang="en-US" dirty="0"/>
          </a:p>
        </p:txBody>
      </p:sp>
      <p:sp>
        <p:nvSpPr>
          <p:cNvPr id="5" name="Footer Placeholder 4">
            <a:extLst>
              <a:ext uri="{FF2B5EF4-FFF2-40B4-BE49-F238E27FC236}">
                <a16:creationId xmlns="" xmlns:a16="http://schemas.microsoft.com/office/drawing/2014/main" id="{9721F6C9-7279-4DF8-9462-3EFEFA03FB5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 xmlns:a16="http://schemas.microsoft.com/office/drawing/2014/main" id="{BC457072-0A38-49AD-8D0D-0E42DD488E4F}"/>
              </a:ext>
            </a:extLst>
          </p:cNvPr>
          <p:cNvSpPr>
            <a:spLocks noGrp="1"/>
          </p:cNvSpPr>
          <p:nvPr>
            <p:ph type="sldNum" sz="quarter" idx="12"/>
          </p:nvPr>
        </p:nvSpPr>
        <p:spPr/>
        <p:txBody>
          <a:bodyPr/>
          <a:lstStyle/>
          <a:p>
            <a:fld id="{5DEF7F31-0B8A-474A-B86C-91F381754329}" type="slidenum">
              <a:rPr lang="en-US" smtClean="0"/>
              <a:t>‹#›</a:t>
            </a:fld>
            <a:endParaRPr lang="en-US" dirty="0"/>
          </a:p>
        </p:txBody>
      </p:sp>
    </p:spTree>
    <p:extLst>
      <p:ext uri="{BB962C8B-B14F-4D97-AF65-F5344CB8AC3E}">
        <p14:creationId xmlns:p14="http://schemas.microsoft.com/office/powerpoint/2010/main" val="28931208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7398199-C6CF-4DFF-A750-435F06CC748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 xmlns:a16="http://schemas.microsoft.com/office/drawing/2014/main" id="{C2F2D5EB-F993-411F-9DBA-971321FC006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 xmlns:a16="http://schemas.microsoft.com/office/drawing/2014/main" id="{BEA5D216-27F9-4078-8349-ABC9F614A5E7}"/>
              </a:ext>
            </a:extLst>
          </p:cNvPr>
          <p:cNvSpPr>
            <a:spLocks noGrp="1"/>
          </p:cNvSpPr>
          <p:nvPr>
            <p:ph type="dt" sz="half" idx="10"/>
          </p:nvPr>
        </p:nvSpPr>
        <p:spPr/>
        <p:txBody>
          <a:bodyPr/>
          <a:lstStyle/>
          <a:p>
            <a:fld id="{8C28A28C-4C6A-46EA-90C0-4EE0B89CC5C7}" type="datetimeFigureOut">
              <a:rPr lang="en-US" smtClean="0"/>
              <a:t>1/20/2026</a:t>
            </a:fld>
            <a:endParaRPr lang="en-US"/>
          </a:p>
        </p:txBody>
      </p:sp>
      <p:sp>
        <p:nvSpPr>
          <p:cNvPr id="5" name="Footer Placeholder 4">
            <a:extLst>
              <a:ext uri="{FF2B5EF4-FFF2-40B4-BE49-F238E27FC236}">
                <a16:creationId xmlns="" xmlns:a16="http://schemas.microsoft.com/office/drawing/2014/main" id="{4384F8A8-FBA7-4F25-ADEA-AF346495DEA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 xmlns:a16="http://schemas.microsoft.com/office/drawing/2014/main" id="{2F4609F8-5897-4724-8FA6-3EFDE8F2DD79}"/>
              </a:ext>
            </a:extLst>
          </p:cNvPr>
          <p:cNvSpPr>
            <a:spLocks noGrp="1"/>
          </p:cNvSpPr>
          <p:nvPr>
            <p:ph type="sldNum" sz="quarter" idx="12"/>
          </p:nvPr>
        </p:nvSpPr>
        <p:spPr/>
        <p:txBody>
          <a:bodyPr/>
          <a:lstStyle/>
          <a:p>
            <a:fld id="{5DEF7F31-0B8A-474A-B86C-91F381754329}" type="slidenum">
              <a:rPr lang="en-US" smtClean="0"/>
              <a:t>‹#›</a:t>
            </a:fld>
            <a:endParaRPr lang="en-US"/>
          </a:p>
        </p:txBody>
      </p:sp>
    </p:spTree>
    <p:extLst>
      <p:ext uri="{BB962C8B-B14F-4D97-AF65-F5344CB8AC3E}">
        <p14:creationId xmlns:p14="http://schemas.microsoft.com/office/powerpoint/2010/main" val="34034279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916C0F0C-7BA8-490D-B4C9-CCE145DCD19A}"/>
              </a:ext>
            </a:extLst>
          </p:cNvPr>
          <p:cNvSpPr>
            <a:spLocks noGrp="1"/>
          </p:cNvSpPr>
          <p:nvPr>
            <p:ph type="title"/>
          </p:nvPr>
        </p:nvSpPr>
        <p:spPr>
          <a:xfrm>
            <a:off x="1084726" y="1709738"/>
            <a:ext cx="9143999" cy="3050523"/>
          </a:xfrm>
        </p:spPr>
        <p:txBody>
          <a:bodyPr anchor="b">
            <a:normAutofit/>
          </a:bodyPr>
          <a:lstStyle>
            <a:lvl1pPr>
              <a:defRPr sz="4400"/>
            </a:lvl1pPr>
          </a:lstStyle>
          <a:p>
            <a:r>
              <a:rPr lang="en-US" dirty="0"/>
              <a:t>Click to edit Master title style</a:t>
            </a:r>
          </a:p>
        </p:txBody>
      </p:sp>
      <p:sp>
        <p:nvSpPr>
          <p:cNvPr id="3" name="Text Placeholder 2">
            <a:extLst>
              <a:ext uri="{FF2B5EF4-FFF2-40B4-BE49-F238E27FC236}">
                <a16:creationId xmlns="" xmlns:a16="http://schemas.microsoft.com/office/drawing/2014/main" id="{84290E61-B837-4BE4-9BC7-6AF706BCCA42}"/>
              </a:ext>
            </a:extLst>
          </p:cNvPr>
          <p:cNvSpPr>
            <a:spLocks noGrp="1"/>
          </p:cNvSpPr>
          <p:nvPr>
            <p:ph type="body" idx="1"/>
          </p:nvPr>
        </p:nvSpPr>
        <p:spPr>
          <a:xfrm>
            <a:off x="1084726" y="4902488"/>
            <a:ext cx="9143999" cy="985075"/>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 xmlns:a16="http://schemas.microsoft.com/office/drawing/2014/main" id="{0E52E15F-E46D-44C6-9FB9-07B0BC545AEF}"/>
              </a:ext>
            </a:extLst>
          </p:cNvPr>
          <p:cNvSpPr>
            <a:spLocks noGrp="1"/>
          </p:cNvSpPr>
          <p:nvPr>
            <p:ph type="dt" sz="half" idx="10"/>
          </p:nvPr>
        </p:nvSpPr>
        <p:spPr/>
        <p:txBody>
          <a:bodyPr/>
          <a:lstStyle/>
          <a:p>
            <a:fld id="{8C28A28C-4C6A-46EA-90C0-4EE0B89CC5C7}" type="datetimeFigureOut">
              <a:rPr lang="en-US" smtClean="0"/>
              <a:t>1/20/2026</a:t>
            </a:fld>
            <a:endParaRPr lang="en-US"/>
          </a:p>
        </p:txBody>
      </p:sp>
      <p:sp>
        <p:nvSpPr>
          <p:cNvPr id="5" name="Footer Placeholder 4">
            <a:extLst>
              <a:ext uri="{FF2B5EF4-FFF2-40B4-BE49-F238E27FC236}">
                <a16:creationId xmlns="" xmlns:a16="http://schemas.microsoft.com/office/drawing/2014/main" id="{2EBF6955-3667-4857-B35A-9E12F798860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 xmlns:a16="http://schemas.microsoft.com/office/drawing/2014/main" id="{3114B309-D15E-4FA1-9B8D-8C1F3B56C375}"/>
              </a:ext>
            </a:extLst>
          </p:cNvPr>
          <p:cNvSpPr>
            <a:spLocks noGrp="1"/>
          </p:cNvSpPr>
          <p:nvPr>
            <p:ph type="sldNum" sz="quarter" idx="12"/>
          </p:nvPr>
        </p:nvSpPr>
        <p:spPr/>
        <p:txBody>
          <a:bodyPr/>
          <a:lstStyle/>
          <a:p>
            <a:fld id="{5DEF7F31-0B8A-474A-B86C-91F381754329}" type="slidenum">
              <a:rPr lang="en-US" smtClean="0"/>
              <a:t>‹#›</a:t>
            </a:fld>
            <a:endParaRPr lang="en-US"/>
          </a:p>
        </p:txBody>
      </p:sp>
    </p:spTree>
    <p:extLst>
      <p:ext uri="{BB962C8B-B14F-4D97-AF65-F5344CB8AC3E}">
        <p14:creationId xmlns:p14="http://schemas.microsoft.com/office/powerpoint/2010/main" val="210290617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B5E219AB-91F9-4F80-9B5D-2E6FE925F02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 xmlns:a16="http://schemas.microsoft.com/office/drawing/2014/main" id="{1F19F334-D0CF-4DFD-BAA9-3ECD639B1F1E}"/>
              </a:ext>
            </a:extLst>
          </p:cNvPr>
          <p:cNvSpPr>
            <a:spLocks noGrp="1"/>
          </p:cNvSpPr>
          <p:nvPr>
            <p:ph sz="half" idx="1"/>
          </p:nvPr>
        </p:nvSpPr>
        <p:spPr>
          <a:xfrm>
            <a:off x="1077362" y="2227809"/>
            <a:ext cx="4942438" cy="394915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 xmlns:a16="http://schemas.microsoft.com/office/drawing/2014/main" id="{015E0B5D-4613-4DA7-BA20-58B19BE8A496}"/>
              </a:ext>
            </a:extLst>
          </p:cNvPr>
          <p:cNvSpPr>
            <a:spLocks noGrp="1"/>
          </p:cNvSpPr>
          <p:nvPr>
            <p:ph sz="half" idx="2"/>
          </p:nvPr>
        </p:nvSpPr>
        <p:spPr>
          <a:xfrm>
            <a:off x="6172200" y="2227809"/>
            <a:ext cx="4855265" cy="394915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 xmlns:a16="http://schemas.microsoft.com/office/drawing/2014/main" id="{44F311AB-0603-424D-BC42-0CEAB3562BA4}"/>
              </a:ext>
            </a:extLst>
          </p:cNvPr>
          <p:cNvSpPr>
            <a:spLocks noGrp="1"/>
          </p:cNvSpPr>
          <p:nvPr>
            <p:ph type="dt" sz="half" idx="10"/>
          </p:nvPr>
        </p:nvSpPr>
        <p:spPr/>
        <p:txBody>
          <a:bodyPr/>
          <a:lstStyle/>
          <a:p>
            <a:fld id="{8C28A28C-4C6A-46EA-90C0-4EE0B89CC5C7}" type="datetimeFigureOut">
              <a:rPr lang="en-US" smtClean="0"/>
              <a:t>1/20/2026</a:t>
            </a:fld>
            <a:endParaRPr lang="en-US"/>
          </a:p>
        </p:txBody>
      </p:sp>
      <p:sp>
        <p:nvSpPr>
          <p:cNvPr id="6" name="Footer Placeholder 5">
            <a:extLst>
              <a:ext uri="{FF2B5EF4-FFF2-40B4-BE49-F238E27FC236}">
                <a16:creationId xmlns="" xmlns:a16="http://schemas.microsoft.com/office/drawing/2014/main" id="{7A3AA2AC-0C5F-4835-BE47-D780C29890E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 xmlns:a16="http://schemas.microsoft.com/office/drawing/2014/main" id="{906C54C0-DFDA-4778-9EE8-5E5C30E05412}"/>
              </a:ext>
            </a:extLst>
          </p:cNvPr>
          <p:cNvSpPr>
            <a:spLocks noGrp="1"/>
          </p:cNvSpPr>
          <p:nvPr>
            <p:ph type="sldNum" sz="quarter" idx="12"/>
          </p:nvPr>
        </p:nvSpPr>
        <p:spPr/>
        <p:txBody>
          <a:bodyPr/>
          <a:lstStyle/>
          <a:p>
            <a:fld id="{5DEF7F31-0B8A-474A-B86C-91F381754329}" type="slidenum">
              <a:rPr lang="en-US" smtClean="0"/>
              <a:t>‹#›</a:t>
            </a:fld>
            <a:endParaRPr lang="en-US"/>
          </a:p>
        </p:txBody>
      </p:sp>
    </p:spTree>
    <p:extLst>
      <p:ext uri="{BB962C8B-B14F-4D97-AF65-F5344CB8AC3E}">
        <p14:creationId xmlns:p14="http://schemas.microsoft.com/office/powerpoint/2010/main" val="327672211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D99F3603-5B09-4916-8324-A6BDAB4E060E}"/>
              </a:ext>
            </a:extLst>
          </p:cNvPr>
          <p:cNvSpPr>
            <a:spLocks noGrp="1"/>
          </p:cNvSpPr>
          <p:nvPr>
            <p:ph type="title"/>
          </p:nvPr>
        </p:nvSpPr>
        <p:spPr>
          <a:xfrm>
            <a:off x="1084726" y="365125"/>
            <a:ext cx="9942739" cy="1325563"/>
          </a:xfrm>
        </p:spPr>
        <p:txBody>
          <a:bodyPr/>
          <a:lstStyle/>
          <a:p>
            <a:r>
              <a:rPr lang="en-US"/>
              <a:t>Click to edit Master title style</a:t>
            </a:r>
          </a:p>
        </p:txBody>
      </p:sp>
      <p:sp>
        <p:nvSpPr>
          <p:cNvPr id="3" name="Text Placeholder 2">
            <a:extLst>
              <a:ext uri="{FF2B5EF4-FFF2-40B4-BE49-F238E27FC236}">
                <a16:creationId xmlns="" xmlns:a16="http://schemas.microsoft.com/office/drawing/2014/main" id="{7074073C-C15B-4218-9B84-6758955176E7}"/>
              </a:ext>
            </a:extLst>
          </p:cNvPr>
          <p:cNvSpPr>
            <a:spLocks noGrp="1"/>
          </p:cNvSpPr>
          <p:nvPr>
            <p:ph type="body" idx="1"/>
          </p:nvPr>
        </p:nvSpPr>
        <p:spPr>
          <a:xfrm>
            <a:off x="1084725" y="1681163"/>
            <a:ext cx="491285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 xmlns:a16="http://schemas.microsoft.com/office/drawing/2014/main" id="{C4116D27-36F6-440B-A9BE-8B9499047CEF}"/>
              </a:ext>
            </a:extLst>
          </p:cNvPr>
          <p:cNvSpPr>
            <a:spLocks noGrp="1"/>
          </p:cNvSpPr>
          <p:nvPr>
            <p:ph sz="half" idx="2"/>
          </p:nvPr>
        </p:nvSpPr>
        <p:spPr>
          <a:xfrm>
            <a:off x="1084726" y="2505075"/>
            <a:ext cx="4912849" cy="368458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 xmlns:a16="http://schemas.microsoft.com/office/drawing/2014/main" id="{7C12010D-7AC4-4A70-A211-6A29274119DB}"/>
              </a:ext>
            </a:extLst>
          </p:cNvPr>
          <p:cNvSpPr>
            <a:spLocks noGrp="1"/>
          </p:cNvSpPr>
          <p:nvPr>
            <p:ph type="body" sz="quarter" idx="3"/>
          </p:nvPr>
        </p:nvSpPr>
        <p:spPr>
          <a:xfrm>
            <a:off x="6172200" y="1681163"/>
            <a:ext cx="4855265"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 xmlns:a16="http://schemas.microsoft.com/office/drawing/2014/main" id="{26AE85B5-3350-49A4-86A1-E5DAED491624}"/>
              </a:ext>
            </a:extLst>
          </p:cNvPr>
          <p:cNvSpPr>
            <a:spLocks noGrp="1"/>
          </p:cNvSpPr>
          <p:nvPr>
            <p:ph sz="quarter" idx="4"/>
          </p:nvPr>
        </p:nvSpPr>
        <p:spPr>
          <a:xfrm>
            <a:off x="6172200" y="2505075"/>
            <a:ext cx="4855265"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 xmlns:a16="http://schemas.microsoft.com/office/drawing/2014/main" id="{1A73E874-D08B-4D81-B82D-5DF242E4A1AA}"/>
              </a:ext>
            </a:extLst>
          </p:cNvPr>
          <p:cNvSpPr>
            <a:spLocks noGrp="1"/>
          </p:cNvSpPr>
          <p:nvPr>
            <p:ph type="dt" sz="half" idx="10"/>
          </p:nvPr>
        </p:nvSpPr>
        <p:spPr/>
        <p:txBody>
          <a:bodyPr/>
          <a:lstStyle/>
          <a:p>
            <a:fld id="{8C28A28C-4C6A-46EA-90C0-4EE0B89CC5C7}" type="datetimeFigureOut">
              <a:rPr lang="en-US" smtClean="0"/>
              <a:t>1/20/2026</a:t>
            </a:fld>
            <a:endParaRPr lang="en-US"/>
          </a:p>
        </p:txBody>
      </p:sp>
      <p:sp>
        <p:nvSpPr>
          <p:cNvPr id="8" name="Footer Placeholder 7">
            <a:extLst>
              <a:ext uri="{FF2B5EF4-FFF2-40B4-BE49-F238E27FC236}">
                <a16:creationId xmlns="" xmlns:a16="http://schemas.microsoft.com/office/drawing/2014/main" id="{AE174067-0FFA-41C3-A3A6-E8907CC32DE1}"/>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 xmlns:a16="http://schemas.microsoft.com/office/drawing/2014/main" id="{B7947985-FBC0-4118-8877-2E327F637DF5}"/>
              </a:ext>
            </a:extLst>
          </p:cNvPr>
          <p:cNvSpPr>
            <a:spLocks noGrp="1"/>
          </p:cNvSpPr>
          <p:nvPr>
            <p:ph type="sldNum" sz="quarter" idx="12"/>
          </p:nvPr>
        </p:nvSpPr>
        <p:spPr/>
        <p:txBody>
          <a:bodyPr/>
          <a:lstStyle/>
          <a:p>
            <a:fld id="{5DEF7F31-0B8A-474A-B86C-91F381754329}" type="slidenum">
              <a:rPr lang="en-US" smtClean="0"/>
              <a:t>‹#›</a:t>
            </a:fld>
            <a:endParaRPr lang="en-US"/>
          </a:p>
        </p:txBody>
      </p:sp>
    </p:spTree>
    <p:extLst>
      <p:ext uri="{BB962C8B-B14F-4D97-AF65-F5344CB8AC3E}">
        <p14:creationId xmlns:p14="http://schemas.microsoft.com/office/powerpoint/2010/main" val="431574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52CE0282-3DE7-4AB9-83AC-AFEDD22AF34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 xmlns:a16="http://schemas.microsoft.com/office/drawing/2014/main" id="{21A7436C-706A-443F-86CD-4444C82818B2}"/>
              </a:ext>
            </a:extLst>
          </p:cNvPr>
          <p:cNvSpPr>
            <a:spLocks noGrp="1"/>
          </p:cNvSpPr>
          <p:nvPr>
            <p:ph type="dt" sz="half" idx="10"/>
          </p:nvPr>
        </p:nvSpPr>
        <p:spPr/>
        <p:txBody>
          <a:bodyPr/>
          <a:lstStyle/>
          <a:p>
            <a:fld id="{8C28A28C-4C6A-46EA-90C0-4EE0B89CC5C7}" type="datetimeFigureOut">
              <a:rPr lang="en-US" smtClean="0"/>
              <a:t>1/20/2026</a:t>
            </a:fld>
            <a:endParaRPr lang="en-US"/>
          </a:p>
        </p:txBody>
      </p:sp>
      <p:sp>
        <p:nvSpPr>
          <p:cNvPr id="4" name="Footer Placeholder 3">
            <a:extLst>
              <a:ext uri="{FF2B5EF4-FFF2-40B4-BE49-F238E27FC236}">
                <a16:creationId xmlns="" xmlns:a16="http://schemas.microsoft.com/office/drawing/2014/main" id="{09B53292-7EA5-45D0-957F-636A44FC06D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 xmlns:a16="http://schemas.microsoft.com/office/drawing/2014/main" id="{0476F59D-34BB-462C-B506-040B9E982FCB}"/>
              </a:ext>
            </a:extLst>
          </p:cNvPr>
          <p:cNvSpPr>
            <a:spLocks noGrp="1"/>
          </p:cNvSpPr>
          <p:nvPr>
            <p:ph type="sldNum" sz="quarter" idx="12"/>
          </p:nvPr>
        </p:nvSpPr>
        <p:spPr/>
        <p:txBody>
          <a:bodyPr/>
          <a:lstStyle/>
          <a:p>
            <a:fld id="{5DEF7F31-0B8A-474A-B86C-91F381754329}" type="slidenum">
              <a:rPr lang="en-US" smtClean="0"/>
              <a:t>‹#›</a:t>
            </a:fld>
            <a:endParaRPr lang="en-US"/>
          </a:p>
        </p:txBody>
      </p:sp>
    </p:spTree>
    <p:extLst>
      <p:ext uri="{BB962C8B-B14F-4D97-AF65-F5344CB8AC3E}">
        <p14:creationId xmlns:p14="http://schemas.microsoft.com/office/powerpoint/2010/main" val="22530504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 xmlns:a16="http://schemas.microsoft.com/office/drawing/2014/main" id="{6BE55245-AB52-41B4-9B28-55E6527DA2F8}"/>
              </a:ext>
            </a:extLst>
          </p:cNvPr>
          <p:cNvSpPr>
            <a:spLocks noGrp="1"/>
          </p:cNvSpPr>
          <p:nvPr>
            <p:ph type="dt" sz="half" idx="10"/>
          </p:nvPr>
        </p:nvSpPr>
        <p:spPr/>
        <p:txBody>
          <a:bodyPr/>
          <a:lstStyle/>
          <a:p>
            <a:fld id="{8C28A28C-4C6A-46EA-90C0-4EE0B89CC5C7}" type="datetimeFigureOut">
              <a:rPr lang="en-US" smtClean="0"/>
              <a:t>1/20/2026</a:t>
            </a:fld>
            <a:endParaRPr lang="en-US"/>
          </a:p>
        </p:txBody>
      </p:sp>
      <p:sp>
        <p:nvSpPr>
          <p:cNvPr id="3" name="Footer Placeholder 2">
            <a:extLst>
              <a:ext uri="{FF2B5EF4-FFF2-40B4-BE49-F238E27FC236}">
                <a16:creationId xmlns="" xmlns:a16="http://schemas.microsoft.com/office/drawing/2014/main" id="{CA73B8AE-58B0-4FDF-8430-9D8D3DD5372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 xmlns:a16="http://schemas.microsoft.com/office/drawing/2014/main" id="{479E4D91-8619-43C1-841B-B5F47DE01739}"/>
              </a:ext>
            </a:extLst>
          </p:cNvPr>
          <p:cNvSpPr>
            <a:spLocks noGrp="1"/>
          </p:cNvSpPr>
          <p:nvPr>
            <p:ph type="sldNum" sz="quarter" idx="12"/>
          </p:nvPr>
        </p:nvSpPr>
        <p:spPr/>
        <p:txBody>
          <a:bodyPr/>
          <a:lstStyle/>
          <a:p>
            <a:fld id="{5DEF7F31-0B8A-474A-B86C-91F381754329}" type="slidenum">
              <a:rPr lang="en-US" smtClean="0"/>
              <a:t>‹#›</a:t>
            </a:fld>
            <a:endParaRPr lang="en-US"/>
          </a:p>
        </p:txBody>
      </p:sp>
    </p:spTree>
    <p:extLst>
      <p:ext uri="{BB962C8B-B14F-4D97-AF65-F5344CB8AC3E}">
        <p14:creationId xmlns:p14="http://schemas.microsoft.com/office/powerpoint/2010/main" val="8135718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505DA660-DF93-4947-B93F-BF118D3B5F80}"/>
              </a:ext>
            </a:extLst>
          </p:cNvPr>
          <p:cNvSpPr>
            <a:spLocks noGrp="1"/>
          </p:cNvSpPr>
          <p:nvPr>
            <p:ph type="title"/>
          </p:nvPr>
        </p:nvSpPr>
        <p:spPr>
          <a:xfrm>
            <a:off x="1084727" y="457200"/>
            <a:ext cx="3687298" cy="1600200"/>
          </a:xfrm>
        </p:spPr>
        <p:txBody>
          <a:bodyPr anchor="b"/>
          <a:lstStyle>
            <a:lvl1pPr>
              <a:defRPr sz="3200"/>
            </a:lvl1pPr>
          </a:lstStyle>
          <a:p>
            <a:r>
              <a:rPr lang="en-US" dirty="0"/>
              <a:t>Click to edit Master title style</a:t>
            </a:r>
          </a:p>
        </p:txBody>
      </p:sp>
      <p:sp>
        <p:nvSpPr>
          <p:cNvPr id="3" name="Content Placeholder 2">
            <a:extLst>
              <a:ext uri="{FF2B5EF4-FFF2-40B4-BE49-F238E27FC236}">
                <a16:creationId xmlns="" xmlns:a16="http://schemas.microsoft.com/office/drawing/2014/main" id="{02F0292E-B3E1-4FD6-A7FA-C165BAC21C28}"/>
              </a:ext>
            </a:extLst>
          </p:cNvPr>
          <p:cNvSpPr>
            <a:spLocks noGrp="1"/>
          </p:cNvSpPr>
          <p:nvPr>
            <p:ph idx="1"/>
          </p:nvPr>
        </p:nvSpPr>
        <p:spPr>
          <a:xfrm>
            <a:off x="5183188" y="987425"/>
            <a:ext cx="5844277" cy="4873625"/>
          </a:xfrm>
        </p:spPr>
        <p:txBody>
          <a:bodyPr>
            <a:normAutofit/>
          </a:bodyPr>
          <a:lstStyle>
            <a:lvl1pPr>
              <a:defRPr sz="2400"/>
            </a:lvl1pPr>
            <a:lvl2pPr>
              <a:defRPr sz="2000"/>
            </a:lvl2pPr>
            <a:lvl3pPr>
              <a:defRPr sz="1800"/>
            </a:lvl3pPr>
            <a:lvl4pPr>
              <a:defRPr sz="1600"/>
            </a:lvl4pPr>
            <a:lvl5pPr>
              <a:defRPr sz="16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 xmlns:a16="http://schemas.microsoft.com/office/drawing/2014/main" id="{EEFB0ECC-817B-4A71-AFB5-FC60A2BC3ABC}"/>
              </a:ext>
            </a:extLst>
          </p:cNvPr>
          <p:cNvSpPr>
            <a:spLocks noGrp="1"/>
          </p:cNvSpPr>
          <p:nvPr>
            <p:ph type="body" sz="half" idx="2"/>
          </p:nvPr>
        </p:nvSpPr>
        <p:spPr>
          <a:xfrm>
            <a:off x="1084727" y="2253343"/>
            <a:ext cx="3687298" cy="361564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 xmlns:a16="http://schemas.microsoft.com/office/drawing/2014/main" id="{17788E0B-6135-4F59-A35A-2CA1A8BA4ED2}"/>
              </a:ext>
            </a:extLst>
          </p:cNvPr>
          <p:cNvSpPr>
            <a:spLocks noGrp="1"/>
          </p:cNvSpPr>
          <p:nvPr>
            <p:ph type="dt" sz="half" idx="10"/>
          </p:nvPr>
        </p:nvSpPr>
        <p:spPr/>
        <p:txBody>
          <a:bodyPr/>
          <a:lstStyle/>
          <a:p>
            <a:fld id="{8C28A28C-4C6A-46EA-90C0-4EE0B89CC5C7}" type="datetimeFigureOut">
              <a:rPr lang="en-US" smtClean="0"/>
              <a:t>1/20/2026</a:t>
            </a:fld>
            <a:endParaRPr lang="en-US"/>
          </a:p>
        </p:txBody>
      </p:sp>
      <p:sp>
        <p:nvSpPr>
          <p:cNvPr id="6" name="Footer Placeholder 5">
            <a:extLst>
              <a:ext uri="{FF2B5EF4-FFF2-40B4-BE49-F238E27FC236}">
                <a16:creationId xmlns="" xmlns:a16="http://schemas.microsoft.com/office/drawing/2014/main" id="{FD0DEF36-4037-4E6D-988F-CC8E3F11C63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 xmlns:a16="http://schemas.microsoft.com/office/drawing/2014/main" id="{055C0D2D-D878-4723-A002-5A601EFB48A0}"/>
              </a:ext>
            </a:extLst>
          </p:cNvPr>
          <p:cNvSpPr>
            <a:spLocks noGrp="1"/>
          </p:cNvSpPr>
          <p:nvPr>
            <p:ph type="sldNum" sz="quarter" idx="12"/>
          </p:nvPr>
        </p:nvSpPr>
        <p:spPr/>
        <p:txBody>
          <a:bodyPr/>
          <a:lstStyle/>
          <a:p>
            <a:fld id="{5DEF7F31-0B8A-474A-B86C-91F381754329}" type="slidenum">
              <a:rPr lang="en-US" smtClean="0"/>
              <a:t>‹#›</a:t>
            </a:fld>
            <a:endParaRPr lang="en-US"/>
          </a:p>
        </p:txBody>
      </p:sp>
    </p:spTree>
    <p:extLst>
      <p:ext uri="{BB962C8B-B14F-4D97-AF65-F5344CB8AC3E}">
        <p14:creationId xmlns:p14="http://schemas.microsoft.com/office/powerpoint/2010/main" val="8767506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BB5C59D5-B8A1-4C9C-A61F-E082A44330BB}"/>
              </a:ext>
            </a:extLst>
          </p:cNvPr>
          <p:cNvSpPr>
            <a:spLocks noGrp="1"/>
          </p:cNvSpPr>
          <p:nvPr>
            <p:ph type="title"/>
          </p:nvPr>
        </p:nvSpPr>
        <p:spPr>
          <a:xfrm>
            <a:off x="1084727" y="720433"/>
            <a:ext cx="3687298" cy="1587337"/>
          </a:xfrm>
        </p:spPr>
        <p:txBody>
          <a:bodyPr anchor="b"/>
          <a:lstStyle>
            <a:lvl1pPr>
              <a:defRPr sz="3200"/>
            </a:lvl1pPr>
          </a:lstStyle>
          <a:p>
            <a:r>
              <a:rPr lang="en-US" dirty="0"/>
              <a:t>Click to edit Master title style</a:t>
            </a:r>
          </a:p>
        </p:txBody>
      </p:sp>
      <p:sp>
        <p:nvSpPr>
          <p:cNvPr id="3" name="Picture Placeholder 2">
            <a:extLst>
              <a:ext uri="{FF2B5EF4-FFF2-40B4-BE49-F238E27FC236}">
                <a16:creationId xmlns="" xmlns:a16="http://schemas.microsoft.com/office/drawing/2014/main" id="{64CB4F5F-E6E7-45C3-B35C-80F81FB1A5E8}"/>
              </a:ext>
            </a:extLst>
          </p:cNvPr>
          <p:cNvSpPr>
            <a:spLocks noGrp="1"/>
          </p:cNvSpPr>
          <p:nvPr>
            <p:ph type="pic" idx="1"/>
          </p:nvPr>
        </p:nvSpPr>
        <p:spPr>
          <a:xfrm>
            <a:off x="5183188" y="987425"/>
            <a:ext cx="5827712"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 xmlns:a16="http://schemas.microsoft.com/office/drawing/2014/main" id="{36633AB7-4F8E-4A9F-AC15-89E6A6E00347}"/>
              </a:ext>
            </a:extLst>
          </p:cNvPr>
          <p:cNvSpPr>
            <a:spLocks noGrp="1"/>
          </p:cNvSpPr>
          <p:nvPr>
            <p:ph type="body" sz="half" idx="2"/>
          </p:nvPr>
        </p:nvSpPr>
        <p:spPr>
          <a:xfrm>
            <a:off x="1084727" y="2449286"/>
            <a:ext cx="3687298" cy="3419702"/>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 xmlns:a16="http://schemas.microsoft.com/office/drawing/2014/main" id="{C074B526-866D-4E11-A7F9-081BD4EDF484}"/>
              </a:ext>
            </a:extLst>
          </p:cNvPr>
          <p:cNvSpPr>
            <a:spLocks noGrp="1"/>
          </p:cNvSpPr>
          <p:nvPr>
            <p:ph type="dt" sz="half" idx="10"/>
          </p:nvPr>
        </p:nvSpPr>
        <p:spPr/>
        <p:txBody>
          <a:bodyPr/>
          <a:lstStyle/>
          <a:p>
            <a:fld id="{8C28A28C-4C6A-46EA-90C0-4EE0B89CC5C7}" type="datetimeFigureOut">
              <a:rPr lang="en-US" smtClean="0"/>
              <a:t>1/20/2026</a:t>
            </a:fld>
            <a:endParaRPr lang="en-US"/>
          </a:p>
        </p:txBody>
      </p:sp>
      <p:sp>
        <p:nvSpPr>
          <p:cNvPr id="6" name="Footer Placeholder 5">
            <a:extLst>
              <a:ext uri="{FF2B5EF4-FFF2-40B4-BE49-F238E27FC236}">
                <a16:creationId xmlns="" xmlns:a16="http://schemas.microsoft.com/office/drawing/2014/main" id="{CD758BF8-E962-4367-8495-62438FDD483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 xmlns:a16="http://schemas.microsoft.com/office/drawing/2014/main" id="{8FC20AE1-C97D-4E6C-9DB2-B2904C2CF247}"/>
              </a:ext>
            </a:extLst>
          </p:cNvPr>
          <p:cNvSpPr>
            <a:spLocks noGrp="1"/>
          </p:cNvSpPr>
          <p:nvPr>
            <p:ph type="sldNum" sz="quarter" idx="12"/>
          </p:nvPr>
        </p:nvSpPr>
        <p:spPr/>
        <p:txBody>
          <a:bodyPr/>
          <a:lstStyle/>
          <a:p>
            <a:fld id="{5DEF7F31-0B8A-474A-B86C-91F381754329}" type="slidenum">
              <a:rPr lang="en-US" smtClean="0"/>
              <a:t>‹#›</a:t>
            </a:fld>
            <a:endParaRPr lang="en-US"/>
          </a:p>
        </p:txBody>
      </p:sp>
    </p:spTree>
    <p:extLst>
      <p:ext uri="{BB962C8B-B14F-4D97-AF65-F5344CB8AC3E}">
        <p14:creationId xmlns:p14="http://schemas.microsoft.com/office/powerpoint/2010/main" val="2807471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D4489E81-5CFF-4A28-B9C8-5D54E51DF202}"/>
              </a:ext>
            </a:extLst>
          </p:cNvPr>
          <p:cNvSpPr>
            <a:spLocks noGrp="1"/>
          </p:cNvSpPr>
          <p:nvPr>
            <p:ph type="title"/>
          </p:nvPr>
        </p:nvSpPr>
        <p:spPr/>
        <p:txBody>
          <a:bodyPr/>
          <a:lstStyle/>
          <a:p>
            <a:r>
              <a:rPr lang="en-US" dirty="0"/>
              <a:t>Click to edit Master title style</a:t>
            </a:r>
          </a:p>
        </p:txBody>
      </p:sp>
      <p:sp>
        <p:nvSpPr>
          <p:cNvPr id="3" name="Vertical Text Placeholder 2">
            <a:extLst>
              <a:ext uri="{FF2B5EF4-FFF2-40B4-BE49-F238E27FC236}">
                <a16:creationId xmlns="" xmlns:a16="http://schemas.microsoft.com/office/drawing/2014/main" id="{158A4CC8-DCB0-4E94-98A7-236E3D18667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 xmlns:a16="http://schemas.microsoft.com/office/drawing/2014/main" id="{0DD1F802-21C2-44B2-A419-55469D826571}"/>
              </a:ext>
            </a:extLst>
          </p:cNvPr>
          <p:cNvSpPr>
            <a:spLocks noGrp="1"/>
          </p:cNvSpPr>
          <p:nvPr>
            <p:ph type="dt" sz="half" idx="10"/>
          </p:nvPr>
        </p:nvSpPr>
        <p:spPr/>
        <p:txBody>
          <a:bodyPr/>
          <a:lstStyle/>
          <a:p>
            <a:fld id="{8C28A28C-4C6A-46EA-90C0-4EE0B89CC5C7}" type="datetimeFigureOut">
              <a:rPr lang="en-US" smtClean="0"/>
              <a:t>1/20/2026</a:t>
            </a:fld>
            <a:endParaRPr lang="en-US"/>
          </a:p>
        </p:txBody>
      </p:sp>
      <p:sp>
        <p:nvSpPr>
          <p:cNvPr id="5" name="Footer Placeholder 4">
            <a:extLst>
              <a:ext uri="{FF2B5EF4-FFF2-40B4-BE49-F238E27FC236}">
                <a16:creationId xmlns="" xmlns:a16="http://schemas.microsoft.com/office/drawing/2014/main" id="{84BDB709-08FF-4C4A-8670-4CCA9146F94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 xmlns:a16="http://schemas.microsoft.com/office/drawing/2014/main" id="{75395375-1CC8-4950-8439-877451C4266D}"/>
              </a:ext>
            </a:extLst>
          </p:cNvPr>
          <p:cNvSpPr>
            <a:spLocks noGrp="1"/>
          </p:cNvSpPr>
          <p:nvPr>
            <p:ph type="sldNum" sz="quarter" idx="12"/>
          </p:nvPr>
        </p:nvSpPr>
        <p:spPr/>
        <p:txBody>
          <a:bodyPr/>
          <a:lstStyle/>
          <a:p>
            <a:fld id="{5DEF7F31-0B8A-474A-B86C-91F381754329}" type="slidenum">
              <a:rPr lang="en-US" smtClean="0"/>
              <a:t>‹#›</a:t>
            </a:fld>
            <a:endParaRPr lang="en-US"/>
          </a:p>
        </p:txBody>
      </p:sp>
    </p:spTree>
    <p:extLst>
      <p:ext uri="{BB962C8B-B14F-4D97-AF65-F5344CB8AC3E}">
        <p14:creationId xmlns:p14="http://schemas.microsoft.com/office/powerpoint/2010/main" val="176374099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 xmlns:a16="http://schemas.microsoft.com/office/drawing/2014/main" id="{ACE8BDF0-A155-454D-B3E2-AD15D0905A62}"/>
              </a:ext>
            </a:extLst>
          </p:cNvPr>
          <p:cNvSpPr>
            <a:spLocks noGrp="1"/>
          </p:cNvSpPr>
          <p:nvPr>
            <p:ph type="title" orient="vert"/>
          </p:nvPr>
        </p:nvSpPr>
        <p:spPr>
          <a:xfrm>
            <a:off x="9073242" y="827313"/>
            <a:ext cx="2280557" cy="5061857"/>
          </a:xfrm>
        </p:spPr>
        <p:txBody>
          <a:bodyPr vert="eaVert"/>
          <a:lstStyle/>
          <a:p>
            <a:r>
              <a:rPr lang="en-US" dirty="0"/>
              <a:t>Click to edit Master title style</a:t>
            </a:r>
          </a:p>
        </p:txBody>
      </p:sp>
      <p:sp>
        <p:nvSpPr>
          <p:cNvPr id="3" name="Vertical Text Placeholder 2">
            <a:extLst>
              <a:ext uri="{FF2B5EF4-FFF2-40B4-BE49-F238E27FC236}">
                <a16:creationId xmlns="" xmlns:a16="http://schemas.microsoft.com/office/drawing/2014/main" id="{07244E0D-96EC-4B35-BA5C-5DAFCC7281AE}"/>
              </a:ext>
            </a:extLst>
          </p:cNvPr>
          <p:cNvSpPr>
            <a:spLocks noGrp="1"/>
          </p:cNvSpPr>
          <p:nvPr>
            <p:ph type="body" orient="vert" idx="1"/>
          </p:nvPr>
        </p:nvSpPr>
        <p:spPr>
          <a:xfrm>
            <a:off x="838200" y="827313"/>
            <a:ext cx="8115300" cy="5061857"/>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 xmlns:a16="http://schemas.microsoft.com/office/drawing/2014/main" id="{A13ADC4E-9FB1-439F-B0FB-47F47B3421A7}"/>
              </a:ext>
            </a:extLst>
          </p:cNvPr>
          <p:cNvSpPr>
            <a:spLocks noGrp="1"/>
          </p:cNvSpPr>
          <p:nvPr>
            <p:ph type="dt" sz="half" idx="10"/>
          </p:nvPr>
        </p:nvSpPr>
        <p:spPr/>
        <p:txBody>
          <a:bodyPr/>
          <a:lstStyle/>
          <a:p>
            <a:fld id="{8C28A28C-4C6A-46EA-90C0-4EE0B89CC5C7}" type="datetimeFigureOut">
              <a:rPr lang="en-US" smtClean="0"/>
              <a:t>1/20/2026</a:t>
            </a:fld>
            <a:endParaRPr lang="en-US"/>
          </a:p>
        </p:txBody>
      </p:sp>
      <p:sp>
        <p:nvSpPr>
          <p:cNvPr id="5" name="Footer Placeholder 4">
            <a:extLst>
              <a:ext uri="{FF2B5EF4-FFF2-40B4-BE49-F238E27FC236}">
                <a16:creationId xmlns="" xmlns:a16="http://schemas.microsoft.com/office/drawing/2014/main" id="{637EE406-061A-4440-BA75-3B684FC8482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 xmlns:a16="http://schemas.microsoft.com/office/drawing/2014/main" id="{8A6D93CF-F5F3-4897-A51E-47D577FDD344}"/>
              </a:ext>
            </a:extLst>
          </p:cNvPr>
          <p:cNvSpPr>
            <a:spLocks noGrp="1"/>
          </p:cNvSpPr>
          <p:nvPr>
            <p:ph type="sldNum" sz="quarter" idx="12"/>
          </p:nvPr>
        </p:nvSpPr>
        <p:spPr/>
        <p:txBody>
          <a:bodyPr/>
          <a:lstStyle/>
          <a:p>
            <a:fld id="{5DEF7F31-0B8A-474A-B86C-91F381754329}" type="slidenum">
              <a:rPr lang="en-US" smtClean="0"/>
              <a:t>‹#›</a:t>
            </a:fld>
            <a:endParaRPr lang="en-US"/>
          </a:p>
        </p:txBody>
      </p:sp>
    </p:spTree>
    <p:extLst>
      <p:ext uri="{BB962C8B-B14F-4D97-AF65-F5344CB8AC3E}">
        <p14:creationId xmlns:p14="http://schemas.microsoft.com/office/powerpoint/2010/main" val="6660215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Freeform: Shape 6">
            <a:extLst>
              <a:ext uri="{FF2B5EF4-FFF2-40B4-BE49-F238E27FC236}">
                <a16:creationId xmlns="" xmlns:a16="http://schemas.microsoft.com/office/drawing/2014/main" id="{AE192E3E-68A9-4F36-936C-1C8D0B9EF132}"/>
              </a:ext>
            </a:extLst>
          </p:cNvPr>
          <p:cNvSpPr/>
          <p:nvPr/>
        </p:nvSpPr>
        <p:spPr>
          <a:xfrm>
            <a:off x="8803792" y="3455896"/>
            <a:ext cx="3388208" cy="3406341"/>
          </a:xfrm>
          <a:custGeom>
            <a:avLst/>
            <a:gdLst>
              <a:gd name="connsiteX0" fmla="*/ 3388058 w 3388208"/>
              <a:gd name="connsiteY0" fmla="*/ 0 h 3406341"/>
              <a:gd name="connsiteX1" fmla="*/ 3388208 w 3388208"/>
              <a:gd name="connsiteY1" fmla="*/ 0 h 3406341"/>
              <a:gd name="connsiteX2" fmla="*/ 3388208 w 3388208"/>
              <a:gd name="connsiteY2" fmla="*/ 3406341 h 3406341"/>
              <a:gd name="connsiteX3" fmla="*/ 0 w 3388208"/>
              <a:gd name="connsiteY3" fmla="*/ 3406341 h 3406341"/>
              <a:gd name="connsiteX4" fmla="*/ 79006 w 3388208"/>
              <a:gd name="connsiteY4" fmla="*/ 3404386 h 3406341"/>
              <a:gd name="connsiteX5" fmla="*/ 3383947 w 3388208"/>
              <a:gd name="connsiteY5" fmla="*/ 164274 h 34063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388208" h="3406341">
                <a:moveTo>
                  <a:pt x="3388058" y="0"/>
                </a:moveTo>
                <a:lnTo>
                  <a:pt x="3388208" y="0"/>
                </a:lnTo>
                <a:lnTo>
                  <a:pt x="3388208" y="3406341"/>
                </a:lnTo>
                <a:lnTo>
                  <a:pt x="0" y="3406341"/>
                </a:lnTo>
                <a:lnTo>
                  <a:pt x="79006" y="3404386"/>
                </a:lnTo>
                <a:cubicBezTo>
                  <a:pt x="1864742" y="3315784"/>
                  <a:pt x="3296223" y="1912901"/>
                  <a:pt x="3383947" y="164274"/>
                </a:cubicBez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Placeholder 1">
            <a:extLst>
              <a:ext uri="{FF2B5EF4-FFF2-40B4-BE49-F238E27FC236}">
                <a16:creationId xmlns="" xmlns:a16="http://schemas.microsoft.com/office/drawing/2014/main" id="{3F214EB0-7E6D-4536-9350-5CB688B56F26}"/>
              </a:ext>
            </a:extLst>
          </p:cNvPr>
          <p:cNvSpPr>
            <a:spLocks noGrp="1"/>
          </p:cNvSpPr>
          <p:nvPr>
            <p:ph type="title"/>
          </p:nvPr>
        </p:nvSpPr>
        <p:spPr>
          <a:xfrm>
            <a:off x="1077362" y="720434"/>
            <a:ext cx="9950103" cy="1507376"/>
          </a:xfrm>
          <a:prstGeom prst="rect">
            <a:avLst/>
          </a:prstGeom>
        </p:spPr>
        <p:txBody>
          <a:bodyPr vert="horz" lIns="91440" tIns="45720" rIns="91440" bIns="45720" rtlCol="0" anchor="b">
            <a:normAutofit/>
          </a:bodyPr>
          <a:lstStyle/>
          <a:p>
            <a:r>
              <a:rPr lang="en-US" dirty="0"/>
              <a:t>Click to edit Master title style</a:t>
            </a:r>
          </a:p>
        </p:txBody>
      </p:sp>
      <p:sp>
        <p:nvSpPr>
          <p:cNvPr id="3" name="Text Placeholder 2">
            <a:extLst>
              <a:ext uri="{FF2B5EF4-FFF2-40B4-BE49-F238E27FC236}">
                <a16:creationId xmlns="" xmlns:a16="http://schemas.microsoft.com/office/drawing/2014/main" id="{ABF5455E-4725-4924-BF7D-2E1FC9E391F8}"/>
              </a:ext>
            </a:extLst>
          </p:cNvPr>
          <p:cNvSpPr>
            <a:spLocks noGrp="1"/>
          </p:cNvSpPr>
          <p:nvPr>
            <p:ph type="body" idx="1"/>
          </p:nvPr>
        </p:nvSpPr>
        <p:spPr>
          <a:xfrm>
            <a:off x="1077362" y="2427316"/>
            <a:ext cx="9950103" cy="3513514"/>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 xmlns:a16="http://schemas.microsoft.com/office/drawing/2014/main" id="{A2CAD9D9-1A1D-4438-9F3D-E5E58FD72F1F}"/>
              </a:ext>
            </a:extLst>
          </p:cNvPr>
          <p:cNvSpPr>
            <a:spLocks noGrp="1"/>
          </p:cNvSpPr>
          <p:nvPr>
            <p:ph type="dt" sz="half" idx="2"/>
          </p:nvPr>
        </p:nvSpPr>
        <p:spPr>
          <a:xfrm>
            <a:off x="9243751" y="6356350"/>
            <a:ext cx="2296603" cy="365125"/>
          </a:xfrm>
          <a:prstGeom prst="rect">
            <a:avLst/>
          </a:prstGeom>
        </p:spPr>
        <p:txBody>
          <a:bodyPr vert="horz" lIns="91440" tIns="45720" rIns="91440" bIns="45720" rtlCol="0" anchor="ctr"/>
          <a:lstStyle>
            <a:lvl1pPr algn="r">
              <a:defRPr sz="900">
                <a:solidFill>
                  <a:schemeClr val="bg1"/>
                </a:solidFill>
              </a:defRPr>
            </a:lvl1pPr>
          </a:lstStyle>
          <a:p>
            <a:fld id="{8C28A28C-4C6A-46EA-90C0-4EE0B89CC5C7}" type="datetimeFigureOut">
              <a:rPr lang="en-US" smtClean="0"/>
              <a:pPr/>
              <a:t>1/20/2026</a:t>
            </a:fld>
            <a:endParaRPr lang="en-US" dirty="0"/>
          </a:p>
        </p:txBody>
      </p:sp>
      <p:sp>
        <p:nvSpPr>
          <p:cNvPr id="5" name="Footer Placeholder 4">
            <a:extLst>
              <a:ext uri="{FF2B5EF4-FFF2-40B4-BE49-F238E27FC236}">
                <a16:creationId xmlns="" xmlns:a16="http://schemas.microsoft.com/office/drawing/2014/main" id="{AE80A827-D7BF-4CA4-8C29-5AE54ADA4787}"/>
              </a:ext>
            </a:extLst>
          </p:cNvPr>
          <p:cNvSpPr>
            <a:spLocks noGrp="1"/>
          </p:cNvSpPr>
          <p:nvPr>
            <p:ph type="ftr" sz="quarter" idx="3"/>
          </p:nvPr>
        </p:nvSpPr>
        <p:spPr>
          <a:xfrm rot="5400000">
            <a:off x="-1610380" y="1926575"/>
            <a:ext cx="3830351" cy="365125"/>
          </a:xfrm>
          <a:prstGeom prst="rect">
            <a:avLst/>
          </a:prstGeom>
        </p:spPr>
        <p:txBody>
          <a:bodyPr vert="horz" lIns="91440" tIns="45720" rIns="91440" bIns="45720" rtlCol="0" anchor="ctr"/>
          <a:lstStyle>
            <a:lvl1pPr algn="l">
              <a:defRPr sz="900">
                <a:solidFill>
                  <a:schemeClr val="tx1"/>
                </a:solidFill>
              </a:defRPr>
            </a:lvl1pPr>
          </a:lstStyle>
          <a:p>
            <a:endParaRPr lang="en-US" dirty="0"/>
          </a:p>
        </p:txBody>
      </p:sp>
      <p:sp>
        <p:nvSpPr>
          <p:cNvPr id="6" name="Slide Number Placeholder 5">
            <a:extLst>
              <a:ext uri="{FF2B5EF4-FFF2-40B4-BE49-F238E27FC236}">
                <a16:creationId xmlns="" xmlns:a16="http://schemas.microsoft.com/office/drawing/2014/main" id="{06717188-1DE1-4DA5-8161-21179E4ADEAE}"/>
              </a:ext>
            </a:extLst>
          </p:cNvPr>
          <p:cNvSpPr>
            <a:spLocks noGrp="1"/>
          </p:cNvSpPr>
          <p:nvPr>
            <p:ph type="sldNum" sz="quarter" idx="4"/>
          </p:nvPr>
        </p:nvSpPr>
        <p:spPr>
          <a:xfrm>
            <a:off x="11540355" y="6356350"/>
            <a:ext cx="410973" cy="365125"/>
          </a:xfrm>
          <a:prstGeom prst="rect">
            <a:avLst/>
          </a:prstGeom>
        </p:spPr>
        <p:txBody>
          <a:bodyPr vert="horz" lIns="91440" tIns="45720" rIns="91440" bIns="45720" rtlCol="0" anchor="ctr"/>
          <a:lstStyle>
            <a:lvl1pPr algn="r">
              <a:defRPr sz="900">
                <a:solidFill>
                  <a:schemeClr val="bg1"/>
                </a:solidFill>
              </a:defRPr>
            </a:lvl1pPr>
          </a:lstStyle>
          <a:p>
            <a:fld id="{5DEF7F31-0B8A-474A-B86C-91F381754329}" type="slidenum">
              <a:rPr lang="en-US" smtClean="0"/>
              <a:pPr/>
              <a:t>‹#›</a:t>
            </a:fld>
            <a:endParaRPr lang="en-US" dirty="0"/>
          </a:p>
        </p:txBody>
      </p:sp>
    </p:spTree>
    <p:extLst>
      <p:ext uri="{BB962C8B-B14F-4D97-AF65-F5344CB8AC3E}">
        <p14:creationId xmlns:p14="http://schemas.microsoft.com/office/powerpoint/2010/main" val="2305872193"/>
      </p:ext>
    </p:extLst>
  </p:cSld>
  <p:clrMap bg1="lt1" tx1="dk1" bg2="lt2" tx2="dk2" accent1="accent1" accent2="accent2" accent3="accent3" accent4="accent4" accent5="accent5" accent6="accent6" hlink="hlink" folHlink="folHlink"/>
  <p:sldLayoutIdLst>
    <p:sldLayoutId id="2147483724" r:id="rId1"/>
    <p:sldLayoutId id="2147483725" r:id="rId2"/>
    <p:sldLayoutId id="2147483726" r:id="rId3"/>
    <p:sldLayoutId id="2147483727" r:id="rId4"/>
    <p:sldLayoutId id="2147483728" r:id="rId5"/>
    <p:sldLayoutId id="2147483722" r:id="rId6"/>
    <p:sldLayoutId id="2147483718" r:id="rId7"/>
    <p:sldLayoutId id="2147483719" r:id="rId8"/>
    <p:sldLayoutId id="2147483720" r:id="rId9"/>
    <p:sldLayoutId id="2147483721" r:id="rId10"/>
    <p:sldLayoutId id="2147483723" r:id="rId11"/>
  </p:sldLayoutIdLst>
  <p:txStyles>
    <p:titleStyle>
      <a:lvl1pPr algn="l" defTabSz="914400" rtl="0" eaLnBrk="1" latinLnBrk="0" hangingPunct="1">
        <a:lnSpc>
          <a:spcPct val="110000"/>
        </a:lnSpc>
        <a:spcBef>
          <a:spcPct val="0"/>
        </a:spcBef>
        <a:buNone/>
        <a:defRPr sz="3200" b="1" kern="1200">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800" kern="1200">
          <a:solidFill>
            <a:schemeClr val="tx1"/>
          </a:solidFill>
          <a:latin typeface="+mn-lt"/>
          <a:ea typeface="+mn-ea"/>
          <a:cs typeface="+mn-cs"/>
        </a:defRPr>
      </a:lvl1pPr>
      <a:lvl2pPr marL="274320" indent="0" algn="l" defTabSz="914400" rtl="0" eaLnBrk="1" latinLnBrk="0" hangingPunct="1">
        <a:lnSpc>
          <a:spcPct val="120000"/>
        </a:lnSpc>
        <a:spcBef>
          <a:spcPts val="500"/>
        </a:spcBef>
        <a:buFontTx/>
        <a:buNone/>
        <a:defRPr sz="1600" b="1" kern="1200">
          <a:solidFill>
            <a:schemeClr val="tx1"/>
          </a:solidFill>
          <a:latin typeface="+mn-lt"/>
          <a:ea typeface="+mn-ea"/>
          <a:cs typeface="+mn-cs"/>
        </a:defRPr>
      </a:lvl2pPr>
      <a:lvl3pPr marL="54864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594360" indent="0" algn="l" defTabSz="914400" rtl="0" eaLnBrk="1" latinLnBrk="0" hangingPunct="1">
        <a:lnSpc>
          <a:spcPct val="120000"/>
        </a:lnSpc>
        <a:spcBef>
          <a:spcPts val="500"/>
        </a:spcBef>
        <a:buFontTx/>
        <a:buNone/>
        <a:defRPr sz="1200" b="1" kern="1200">
          <a:solidFill>
            <a:schemeClr val="tx1"/>
          </a:solidFill>
          <a:latin typeface="+mn-lt"/>
          <a:ea typeface="+mn-ea"/>
          <a:cs typeface="+mn-cs"/>
        </a:defRPr>
      </a:lvl4pPr>
      <a:lvl5pPr marL="82296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Layout" Target="../slideLayouts/slideLayout2.xml"/><Relationship Id="rId5" Type="http://schemas.openxmlformats.org/officeDocument/2006/relationships/image" Target="../media/image7.jpeg"/><Relationship Id="rId4" Type="http://schemas.openxmlformats.org/officeDocument/2006/relationships/image" Target="../media/image6.jpe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8" Type="http://schemas.openxmlformats.org/officeDocument/2006/relationships/image" Target="../media/image15.jpeg"/><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image" Target="../media/image9.png"/><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12.jpeg"/><Relationship Id="rId4" Type="http://schemas.openxmlformats.org/officeDocument/2006/relationships/image" Target="../media/image1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8" name="Freeform: Shape 37">
            <a:extLst>
              <a:ext uri="{FF2B5EF4-FFF2-40B4-BE49-F238E27FC236}">
                <a16:creationId xmlns="" xmlns:a16="http://schemas.microsoft.com/office/drawing/2014/main" id="{AE192E3E-68A9-4F36-936C-1C8D0B9EF132}"/>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8803792" y="3455896"/>
            <a:ext cx="3388208" cy="3406341"/>
          </a:xfrm>
          <a:custGeom>
            <a:avLst/>
            <a:gdLst>
              <a:gd name="connsiteX0" fmla="*/ 3388058 w 3388208"/>
              <a:gd name="connsiteY0" fmla="*/ 0 h 3406341"/>
              <a:gd name="connsiteX1" fmla="*/ 3388208 w 3388208"/>
              <a:gd name="connsiteY1" fmla="*/ 0 h 3406341"/>
              <a:gd name="connsiteX2" fmla="*/ 3388208 w 3388208"/>
              <a:gd name="connsiteY2" fmla="*/ 3406341 h 3406341"/>
              <a:gd name="connsiteX3" fmla="*/ 0 w 3388208"/>
              <a:gd name="connsiteY3" fmla="*/ 3406341 h 3406341"/>
              <a:gd name="connsiteX4" fmla="*/ 79006 w 3388208"/>
              <a:gd name="connsiteY4" fmla="*/ 3404386 h 3406341"/>
              <a:gd name="connsiteX5" fmla="*/ 3383947 w 3388208"/>
              <a:gd name="connsiteY5" fmla="*/ 164274 h 34063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388208" h="3406341">
                <a:moveTo>
                  <a:pt x="3388058" y="0"/>
                </a:moveTo>
                <a:lnTo>
                  <a:pt x="3388208" y="0"/>
                </a:lnTo>
                <a:lnTo>
                  <a:pt x="3388208" y="3406341"/>
                </a:lnTo>
                <a:lnTo>
                  <a:pt x="0" y="3406341"/>
                </a:lnTo>
                <a:lnTo>
                  <a:pt x="79006" y="3404386"/>
                </a:lnTo>
                <a:cubicBezTo>
                  <a:pt x="1864742" y="3315784"/>
                  <a:pt x="3296223" y="1912901"/>
                  <a:pt x="3383947" y="164274"/>
                </a:cubicBez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useBgFill="1">
        <p:nvSpPr>
          <p:cNvPr id="40" name="Rectangle 39">
            <a:extLst>
              <a:ext uri="{FF2B5EF4-FFF2-40B4-BE49-F238E27FC236}">
                <a16:creationId xmlns="" xmlns:a16="http://schemas.microsoft.com/office/drawing/2014/main" id="{DA1766D0-745A-4921-A68E-56642A6508CF}"/>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 xmlns:a16="http://schemas.microsoft.com/office/drawing/2014/main" id="{EAB1A79C-5979-168F-10F6-64CE79B55438}"/>
              </a:ext>
            </a:extLst>
          </p:cNvPr>
          <p:cNvSpPr>
            <a:spLocks noGrp="1"/>
          </p:cNvSpPr>
          <p:nvPr>
            <p:ph type="ctrTitle"/>
          </p:nvPr>
        </p:nvSpPr>
        <p:spPr>
          <a:xfrm>
            <a:off x="666761" y="1127860"/>
            <a:ext cx="10274577" cy="814850"/>
          </a:xfrm>
        </p:spPr>
        <p:txBody>
          <a:bodyPr vert="horz" lIns="91440" tIns="45720" rIns="91440" bIns="45720" rtlCol="0" anchor="b">
            <a:noAutofit/>
          </a:bodyPr>
          <a:lstStyle/>
          <a:p>
            <a:pPr algn="ctr">
              <a:lnSpc>
                <a:spcPct val="100000"/>
              </a:lnSpc>
            </a:pPr>
            <a:r>
              <a:rPr lang="en-US" sz="2800" b="1" kern="1200" dirty="0">
                <a:solidFill>
                  <a:schemeClr val="tx1"/>
                </a:solidFill>
                <a:effectLst/>
                <a:latin typeface="+mj-lt"/>
                <a:ea typeface="+mj-ea"/>
                <a:cs typeface="+mj-cs"/>
              </a:rPr>
              <a:t>FAST National University of Computer and Emerging Sciences, Islamabad </a:t>
            </a:r>
          </a:p>
        </p:txBody>
      </p:sp>
      <p:sp>
        <p:nvSpPr>
          <p:cNvPr id="8" name="TextBox 7">
            <a:extLst>
              <a:ext uri="{FF2B5EF4-FFF2-40B4-BE49-F238E27FC236}">
                <a16:creationId xmlns="" xmlns:a16="http://schemas.microsoft.com/office/drawing/2014/main" id="{CBE32D04-1D2C-A648-F41A-A4FB0B76CB0C}"/>
              </a:ext>
            </a:extLst>
          </p:cNvPr>
          <p:cNvSpPr txBox="1"/>
          <p:nvPr/>
        </p:nvSpPr>
        <p:spPr>
          <a:xfrm>
            <a:off x="2965930" y="4915289"/>
            <a:ext cx="6260138" cy="1196830"/>
          </a:xfrm>
          <a:prstGeom prst="rect">
            <a:avLst/>
          </a:prstGeom>
        </p:spPr>
        <p:txBody>
          <a:bodyPr vert="horz" lIns="91440" tIns="45720" rIns="91440" bIns="45720" rtlCol="0">
            <a:normAutofit fontScale="92500" lnSpcReduction="20000"/>
          </a:bodyPr>
          <a:lstStyle/>
          <a:p>
            <a:pPr marL="0" indent="0" algn="ctr" defTabSz="914400">
              <a:lnSpc>
                <a:spcPct val="120000"/>
              </a:lnSpc>
              <a:spcAft>
                <a:spcPts val="600"/>
              </a:spcAft>
              <a:buNone/>
            </a:pPr>
            <a:r>
              <a:rPr lang="en-US" sz="2000" b="1" dirty="0"/>
              <a:t>Civics and Community Engagement</a:t>
            </a:r>
          </a:p>
          <a:p>
            <a:pPr marL="0" indent="0" algn="ctr" defTabSz="914400">
              <a:lnSpc>
                <a:spcPct val="120000"/>
              </a:lnSpc>
              <a:spcAft>
                <a:spcPts val="600"/>
              </a:spcAft>
              <a:buNone/>
            </a:pPr>
            <a:r>
              <a:rPr lang="en-US" sz="2000" b="1" i="1" dirty="0"/>
              <a:t>By</a:t>
            </a:r>
          </a:p>
          <a:p>
            <a:pPr marL="0" indent="0" algn="ctr" defTabSz="914400">
              <a:lnSpc>
                <a:spcPct val="120000"/>
              </a:lnSpc>
              <a:spcAft>
                <a:spcPts val="600"/>
              </a:spcAft>
              <a:buNone/>
            </a:pPr>
            <a:r>
              <a:rPr lang="en-US" sz="2000" b="1" dirty="0"/>
              <a:t>Ms. </a:t>
            </a:r>
            <a:r>
              <a:rPr lang="en-US" sz="2000" b="1" dirty="0" smtClean="0"/>
              <a:t>Iqra </a:t>
            </a:r>
            <a:r>
              <a:rPr lang="en-US" sz="2000" b="1" dirty="0" err="1" smtClean="0"/>
              <a:t>Nazar</a:t>
            </a:r>
            <a:endParaRPr lang="en-US" sz="2000" b="1" smtClean="0"/>
          </a:p>
          <a:p>
            <a:pPr marL="0" indent="0" algn="ctr" defTabSz="914400">
              <a:lnSpc>
                <a:spcPct val="120000"/>
              </a:lnSpc>
              <a:spcAft>
                <a:spcPts val="600"/>
              </a:spcAft>
              <a:buNone/>
            </a:pPr>
            <a:endParaRPr lang="en-US" sz="2000" b="1" dirty="0"/>
          </a:p>
        </p:txBody>
      </p:sp>
      <p:sp>
        <p:nvSpPr>
          <p:cNvPr id="42" name="Freeform: Shape 41">
            <a:extLst>
              <a:ext uri="{FF2B5EF4-FFF2-40B4-BE49-F238E27FC236}">
                <a16:creationId xmlns="" xmlns:a16="http://schemas.microsoft.com/office/drawing/2014/main" id="{583F1E3F-D7BF-4DB5-8016-70B9E385E338}"/>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rot="16200000">
            <a:off x="8794726" y="-9066"/>
            <a:ext cx="3388208" cy="3406341"/>
          </a:xfrm>
          <a:custGeom>
            <a:avLst/>
            <a:gdLst>
              <a:gd name="connsiteX0" fmla="*/ 3388058 w 3388208"/>
              <a:gd name="connsiteY0" fmla="*/ 0 h 3406341"/>
              <a:gd name="connsiteX1" fmla="*/ 3388208 w 3388208"/>
              <a:gd name="connsiteY1" fmla="*/ 0 h 3406341"/>
              <a:gd name="connsiteX2" fmla="*/ 3388208 w 3388208"/>
              <a:gd name="connsiteY2" fmla="*/ 3406341 h 3406341"/>
              <a:gd name="connsiteX3" fmla="*/ 0 w 3388208"/>
              <a:gd name="connsiteY3" fmla="*/ 3406341 h 3406341"/>
              <a:gd name="connsiteX4" fmla="*/ 79006 w 3388208"/>
              <a:gd name="connsiteY4" fmla="*/ 3404386 h 3406341"/>
              <a:gd name="connsiteX5" fmla="*/ 3383947 w 3388208"/>
              <a:gd name="connsiteY5" fmla="*/ 164274 h 34063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388208" h="3406341">
                <a:moveTo>
                  <a:pt x="3388058" y="0"/>
                </a:moveTo>
                <a:lnTo>
                  <a:pt x="3388208" y="0"/>
                </a:lnTo>
                <a:lnTo>
                  <a:pt x="3388208" y="3406341"/>
                </a:lnTo>
                <a:lnTo>
                  <a:pt x="0" y="3406341"/>
                </a:lnTo>
                <a:lnTo>
                  <a:pt x="79006" y="3404386"/>
                </a:lnTo>
                <a:cubicBezTo>
                  <a:pt x="1864742" y="3315784"/>
                  <a:pt x="3296223" y="1912901"/>
                  <a:pt x="3383947" y="164274"/>
                </a:cubicBez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5" name="Picture 4" descr="A blue circle with black text&#10;&#10;Description automatically generated">
            <a:extLst>
              <a:ext uri="{FF2B5EF4-FFF2-40B4-BE49-F238E27FC236}">
                <a16:creationId xmlns="" xmlns:a16="http://schemas.microsoft.com/office/drawing/2014/main" id="{558DF5A4-F428-E942-D1EA-6C85A942E9E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013945" y="2346945"/>
            <a:ext cx="2164109" cy="2164109"/>
          </a:xfrm>
          <a:prstGeom prst="rect">
            <a:avLst/>
          </a:prstGeom>
        </p:spPr>
      </p:pic>
      <p:sp>
        <p:nvSpPr>
          <p:cNvPr id="44" name="Freeform: Shape 43">
            <a:extLst>
              <a:ext uri="{FF2B5EF4-FFF2-40B4-BE49-F238E27FC236}">
                <a16:creationId xmlns="" xmlns:a16="http://schemas.microsoft.com/office/drawing/2014/main" id="{DD0D3E7A-8DF6-4A78-A03C-86AD697468BE}"/>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8803792" y="3470886"/>
            <a:ext cx="3388208" cy="3406341"/>
          </a:xfrm>
          <a:custGeom>
            <a:avLst/>
            <a:gdLst>
              <a:gd name="connsiteX0" fmla="*/ 3388058 w 3388208"/>
              <a:gd name="connsiteY0" fmla="*/ 0 h 3406341"/>
              <a:gd name="connsiteX1" fmla="*/ 3388208 w 3388208"/>
              <a:gd name="connsiteY1" fmla="*/ 0 h 3406341"/>
              <a:gd name="connsiteX2" fmla="*/ 3388208 w 3388208"/>
              <a:gd name="connsiteY2" fmla="*/ 3406341 h 3406341"/>
              <a:gd name="connsiteX3" fmla="*/ 0 w 3388208"/>
              <a:gd name="connsiteY3" fmla="*/ 3406341 h 3406341"/>
              <a:gd name="connsiteX4" fmla="*/ 79006 w 3388208"/>
              <a:gd name="connsiteY4" fmla="*/ 3404386 h 3406341"/>
              <a:gd name="connsiteX5" fmla="*/ 3383947 w 3388208"/>
              <a:gd name="connsiteY5" fmla="*/ 164274 h 34063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388208" h="3406341">
                <a:moveTo>
                  <a:pt x="3388058" y="0"/>
                </a:moveTo>
                <a:lnTo>
                  <a:pt x="3388208" y="0"/>
                </a:lnTo>
                <a:lnTo>
                  <a:pt x="3388208" y="3406341"/>
                </a:lnTo>
                <a:lnTo>
                  <a:pt x="0" y="3406341"/>
                </a:lnTo>
                <a:lnTo>
                  <a:pt x="79006" y="3404386"/>
                </a:lnTo>
                <a:cubicBezTo>
                  <a:pt x="1864742" y="3315784"/>
                  <a:pt x="3296223" y="1912901"/>
                  <a:pt x="3383947" y="164274"/>
                </a:cubicBez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4" name="Picture 3" descr="Isolated twigs and flowers on a white surface">
            <a:extLst>
              <a:ext uri="{FF2B5EF4-FFF2-40B4-BE49-F238E27FC236}">
                <a16:creationId xmlns="" xmlns:a16="http://schemas.microsoft.com/office/drawing/2014/main" id="{810DF5A1-14FD-C93F-D78B-5AEA0FE2C975}"/>
              </a:ext>
            </a:extLst>
          </p:cNvPr>
          <p:cNvPicPr>
            <a:picLocks noChangeAspect="1"/>
          </p:cNvPicPr>
          <p:nvPr/>
        </p:nvPicPr>
        <p:blipFill>
          <a:blip r:embed="rId3"/>
          <a:srcRect t="19355"/>
          <a:stretch/>
        </p:blipFill>
        <p:spPr>
          <a:xfrm>
            <a:off x="0" y="5315589"/>
            <a:ext cx="2598233" cy="1461503"/>
          </a:xfrm>
          <a:prstGeom prst="rect">
            <a:avLst/>
          </a:prstGeom>
        </p:spPr>
      </p:pic>
      <p:pic>
        <p:nvPicPr>
          <p:cNvPr id="10" name="Picture 9">
            <a:extLst>
              <a:ext uri="{FF2B5EF4-FFF2-40B4-BE49-F238E27FC236}">
                <a16:creationId xmlns="" xmlns:a16="http://schemas.microsoft.com/office/drawing/2014/main" id="{937AC256-66ED-978B-FC3C-24870A16FFE2}"/>
              </a:ext>
            </a:extLst>
          </p:cNvPr>
          <p:cNvPicPr>
            <a:picLocks noChangeAspect="1"/>
          </p:cNvPicPr>
          <p:nvPr/>
        </p:nvPicPr>
        <p:blipFill>
          <a:blip r:embed="rId4"/>
          <a:stretch>
            <a:fillRect/>
          </a:stretch>
        </p:blipFill>
        <p:spPr>
          <a:xfrm>
            <a:off x="206473" y="350552"/>
            <a:ext cx="920576" cy="426757"/>
          </a:xfrm>
          <a:prstGeom prst="rect">
            <a:avLst/>
          </a:prstGeom>
        </p:spPr>
      </p:pic>
    </p:spTree>
    <p:extLst>
      <p:ext uri="{BB962C8B-B14F-4D97-AF65-F5344CB8AC3E}">
        <p14:creationId xmlns:p14="http://schemas.microsoft.com/office/powerpoint/2010/main" val="142059008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4CBB6FC-AE04-1597-551C-56DEF03E7B41}"/>
              </a:ext>
            </a:extLst>
          </p:cNvPr>
          <p:cNvSpPr>
            <a:spLocks noGrp="1"/>
          </p:cNvSpPr>
          <p:nvPr>
            <p:ph type="title"/>
          </p:nvPr>
        </p:nvSpPr>
        <p:spPr>
          <a:xfrm>
            <a:off x="1120948" y="2675312"/>
            <a:ext cx="9950103" cy="1507376"/>
          </a:xfrm>
        </p:spPr>
        <p:txBody>
          <a:bodyPr>
            <a:normAutofit fontScale="90000"/>
          </a:bodyPr>
          <a:lstStyle/>
          <a:p>
            <a:pPr algn="ctr"/>
            <a:r>
              <a:rPr lang="en-US" dirty="0"/>
              <a:t>Google Classroom </a:t>
            </a:r>
            <a:r>
              <a:rPr lang="en-US" smtClean="0"/>
              <a:t>Code:</a:t>
            </a:r>
            <a:r>
              <a:rPr lang="en-US" dirty="0"/>
              <a:t/>
            </a:r>
            <a:br>
              <a:rPr lang="en-US" dirty="0"/>
            </a:br>
            <a:r>
              <a:rPr lang="en-US" smtClean="0"/>
              <a:t>CS </a:t>
            </a:r>
            <a:r>
              <a:rPr lang="en-US" dirty="0" smtClean="0"/>
              <a:t>Students: pndnx5yr</a:t>
            </a:r>
            <a:br>
              <a:rPr lang="en-US" dirty="0" smtClean="0"/>
            </a:br>
            <a:r>
              <a:rPr lang="en-US" dirty="0" smtClean="0"/>
              <a:t>SE Students: kawq7yos</a:t>
            </a:r>
            <a:endParaRPr lang="aa-ET" dirty="0"/>
          </a:p>
        </p:txBody>
      </p:sp>
      <p:sp>
        <p:nvSpPr>
          <p:cNvPr id="3" name="Rectangle 1"/>
          <p:cNvSpPr>
            <a:spLocks noChangeArrowheads="1"/>
          </p:cNvSpPr>
          <p:nvPr/>
        </p:nvSpPr>
        <p:spPr bwMode="auto">
          <a:xfrm>
            <a:off x="0" y="0"/>
            <a:ext cx="12192000" cy="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0" i="0" u="none" strike="noStrike" cap="none" normalizeH="0" baseline="0" smtClean="0">
                <a:ln>
                  <a:noFill/>
                </a:ln>
                <a:solidFill>
                  <a:srgbClr val="1A73E8"/>
                </a:solidFill>
                <a:effectLst/>
                <a:latin typeface="Google Sans"/>
              </a:rPr>
              <a:t>egcbi3pe</a:t>
            </a:r>
            <a:endParaRPr kumimoji="0" lang="en-US" altLang="en-US" sz="900" b="0" i="0" u="none" strike="noStrike" cap="none" normalizeH="0" baseline="0" smtClean="0">
              <a:ln>
                <a:noFill/>
              </a:ln>
              <a:solidFill>
                <a:schemeClr val="tx1"/>
              </a:solidFill>
              <a:effectLst/>
              <a:latin typeface="Roboto"/>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0" i="0" u="none" strike="noStrike" cap="none" normalizeH="0" baseline="0" smtClean="0">
                <a:ln>
                  <a:noFill/>
                </a:ln>
                <a:solidFill>
                  <a:schemeClr val="tx1"/>
                </a:solidFill>
                <a:effectLst/>
                <a:latin typeface="Roboto"/>
              </a:rPr>
              <a:t/>
            </a:r>
            <a:br>
              <a:rPr kumimoji="0" lang="en-US" altLang="en-US" sz="900" b="0" i="0" u="none" strike="noStrike" cap="none" normalizeH="0" baseline="0" smtClean="0">
                <a:ln>
                  <a:noFill/>
                </a:ln>
                <a:solidFill>
                  <a:schemeClr val="tx1"/>
                </a:solidFill>
                <a:effectLst/>
                <a:latin typeface="Roboto"/>
              </a:rPr>
            </a:br>
            <a:endParaRPr kumimoji="0" lang="en-US" altLang="en-US" sz="1800" b="0" i="0" u="none" strike="noStrike" cap="none" normalizeH="0" baseline="0" smtClean="0">
              <a:ln>
                <a:noFill/>
              </a:ln>
              <a:solidFill>
                <a:schemeClr val="tx1"/>
              </a:solidFill>
              <a:effectLst/>
              <a:latin typeface="Arial" panose="020B0604020202020204" pitchFamily="34" charset="0"/>
            </a:endParaRPr>
          </a:p>
        </p:txBody>
      </p:sp>
      <p:sp>
        <p:nvSpPr>
          <p:cNvPr id="4" name="Rectangle 2"/>
          <p:cNvSpPr>
            <a:spLocks noChangeArrowheads="1"/>
          </p:cNvSpPr>
          <p:nvPr/>
        </p:nvSpPr>
        <p:spPr bwMode="auto">
          <a:xfrm>
            <a:off x="152400" y="152400"/>
            <a:ext cx="12192000" cy="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0" i="0" u="none" strike="noStrike" cap="none" normalizeH="0" baseline="0" smtClean="0">
                <a:ln>
                  <a:noFill/>
                </a:ln>
                <a:solidFill>
                  <a:srgbClr val="1A73E8"/>
                </a:solidFill>
                <a:effectLst/>
                <a:latin typeface="Google Sans"/>
              </a:rPr>
              <a:t>egcbi3pe</a:t>
            </a:r>
            <a:endParaRPr kumimoji="0" lang="en-US" altLang="en-US" sz="900" b="0" i="0" u="none" strike="noStrike" cap="none" normalizeH="0" baseline="0" smtClean="0">
              <a:ln>
                <a:noFill/>
              </a:ln>
              <a:solidFill>
                <a:schemeClr val="tx1"/>
              </a:solidFill>
              <a:effectLst/>
              <a:latin typeface="Roboto"/>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0" i="0" u="none" strike="noStrike" cap="none" normalizeH="0" baseline="0" smtClean="0">
                <a:ln>
                  <a:noFill/>
                </a:ln>
                <a:solidFill>
                  <a:schemeClr val="tx1"/>
                </a:solidFill>
                <a:effectLst/>
                <a:latin typeface="Roboto"/>
              </a:rPr>
              <a:t/>
            </a:r>
            <a:br>
              <a:rPr kumimoji="0" lang="en-US" altLang="en-US" sz="900" b="0" i="0" u="none" strike="noStrike" cap="none" normalizeH="0" baseline="0" smtClean="0">
                <a:ln>
                  <a:noFill/>
                </a:ln>
                <a:solidFill>
                  <a:schemeClr val="tx1"/>
                </a:solidFill>
                <a:effectLst/>
                <a:latin typeface="Roboto"/>
              </a:rPr>
            </a:br>
            <a:endParaRPr kumimoji="0" lang="en-US" altLang="en-US" sz="1800" b="0" i="0" u="none" strike="noStrike" cap="none" normalizeH="0" baseline="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97704737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878B9D0A-D891-F12A-7D1B-228274D8D116}"/>
              </a:ext>
            </a:extLst>
          </p:cNvPr>
          <p:cNvSpPr>
            <a:spLocks noGrp="1"/>
          </p:cNvSpPr>
          <p:nvPr>
            <p:ph type="title"/>
          </p:nvPr>
        </p:nvSpPr>
        <p:spPr>
          <a:xfrm>
            <a:off x="1084726" y="365125"/>
            <a:ext cx="9942739" cy="727695"/>
          </a:xfrm>
        </p:spPr>
        <p:txBody>
          <a:bodyPr>
            <a:normAutofit/>
          </a:bodyPr>
          <a:lstStyle/>
          <a:p>
            <a:r>
              <a:rPr lang="en-US" dirty="0"/>
              <a:t>DO’s and DON’T’s for Practical Work</a:t>
            </a:r>
          </a:p>
        </p:txBody>
      </p:sp>
      <p:sp>
        <p:nvSpPr>
          <p:cNvPr id="4" name="Text Placeholder 3">
            <a:extLst>
              <a:ext uri="{FF2B5EF4-FFF2-40B4-BE49-F238E27FC236}">
                <a16:creationId xmlns="" xmlns:a16="http://schemas.microsoft.com/office/drawing/2014/main" id="{22D9D881-0CFE-33FF-A8D7-D1BA57C9F914}"/>
              </a:ext>
            </a:extLst>
          </p:cNvPr>
          <p:cNvSpPr>
            <a:spLocks noGrp="1"/>
          </p:cNvSpPr>
          <p:nvPr>
            <p:ph type="body" idx="1"/>
          </p:nvPr>
        </p:nvSpPr>
        <p:spPr>
          <a:xfrm>
            <a:off x="1084725" y="1210604"/>
            <a:ext cx="4912850" cy="588343"/>
          </a:xfrm>
        </p:spPr>
        <p:txBody>
          <a:bodyPr/>
          <a:lstStyle/>
          <a:p>
            <a:r>
              <a:rPr lang="en-US" dirty="0">
                <a:latin typeface="Abadi" panose="020B0604020104020204" pitchFamily="34" charset="0"/>
              </a:rPr>
              <a:t>DO’s</a:t>
            </a:r>
          </a:p>
        </p:txBody>
      </p:sp>
      <p:sp>
        <p:nvSpPr>
          <p:cNvPr id="5" name="Content Placeholder 4">
            <a:extLst>
              <a:ext uri="{FF2B5EF4-FFF2-40B4-BE49-F238E27FC236}">
                <a16:creationId xmlns="" xmlns:a16="http://schemas.microsoft.com/office/drawing/2014/main" id="{4F42129B-CD11-A4A1-8F8C-8EA0623A0983}"/>
              </a:ext>
            </a:extLst>
          </p:cNvPr>
          <p:cNvSpPr>
            <a:spLocks noGrp="1"/>
          </p:cNvSpPr>
          <p:nvPr>
            <p:ph sz="half" idx="2"/>
          </p:nvPr>
        </p:nvSpPr>
        <p:spPr>
          <a:xfrm>
            <a:off x="1084726" y="1916731"/>
            <a:ext cx="4912849" cy="4272932"/>
          </a:xfrm>
        </p:spPr>
        <p:txBody>
          <a:bodyPr>
            <a:normAutofit lnSpcReduction="10000"/>
          </a:bodyPr>
          <a:lstStyle/>
          <a:p>
            <a:pPr marL="457200" indent="-457200">
              <a:buFont typeface="+mj-lt"/>
              <a:buAutoNum type="arabicPeriod"/>
            </a:pPr>
            <a:r>
              <a:rPr lang="en-US" sz="2000" dirty="0">
                <a:latin typeface="Abadi" panose="020B0604020104020204" pitchFamily="34" charset="0"/>
              </a:rPr>
              <a:t>Align Projects with Course Objectives</a:t>
            </a:r>
          </a:p>
          <a:p>
            <a:pPr marL="457200" indent="-457200">
              <a:buFont typeface="+mj-lt"/>
              <a:buAutoNum type="arabicPeriod"/>
            </a:pPr>
            <a:r>
              <a:rPr lang="en-US" sz="2000" dirty="0">
                <a:latin typeface="Abadi" panose="020B0604020104020204" pitchFamily="34" charset="0"/>
              </a:rPr>
              <a:t>Collaborate Effectively</a:t>
            </a:r>
          </a:p>
          <a:p>
            <a:pPr marL="457200" indent="-457200">
              <a:buFont typeface="+mj-lt"/>
              <a:buAutoNum type="arabicPeriod"/>
            </a:pPr>
            <a:r>
              <a:rPr lang="en-US" sz="2000" dirty="0">
                <a:latin typeface="Abadi" panose="020B0604020104020204" pitchFamily="34" charset="0"/>
              </a:rPr>
              <a:t>Respect Community Stakeholders</a:t>
            </a:r>
          </a:p>
          <a:p>
            <a:pPr marL="457200" indent="-457200">
              <a:buFont typeface="+mj-lt"/>
              <a:buAutoNum type="arabicPeriod"/>
            </a:pPr>
            <a:r>
              <a:rPr lang="en-US" sz="2000" dirty="0">
                <a:latin typeface="Abadi" panose="020B0604020104020204" pitchFamily="34" charset="0"/>
              </a:rPr>
              <a:t>Parental Notification</a:t>
            </a:r>
          </a:p>
          <a:p>
            <a:pPr marL="457200" indent="-457200">
              <a:buFont typeface="+mj-lt"/>
              <a:buAutoNum type="arabicPeriod"/>
            </a:pPr>
            <a:r>
              <a:rPr lang="en-US" sz="2000" dirty="0">
                <a:latin typeface="Abadi" panose="020B0604020104020204" pitchFamily="34" charset="0"/>
              </a:rPr>
              <a:t>Plan and Document</a:t>
            </a:r>
          </a:p>
          <a:p>
            <a:pPr marL="457200" indent="-457200">
              <a:buFont typeface="+mj-lt"/>
              <a:buAutoNum type="arabicPeriod"/>
            </a:pPr>
            <a:r>
              <a:rPr lang="en-US" sz="2000" dirty="0">
                <a:latin typeface="Abadi" panose="020B0604020104020204" pitchFamily="34" charset="0"/>
              </a:rPr>
              <a:t>Engage Ethically</a:t>
            </a:r>
          </a:p>
          <a:p>
            <a:pPr marL="457200" indent="-457200">
              <a:buFont typeface="+mj-lt"/>
              <a:buAutoNum type="arabicPeriod"/>
            </a:pPr>
            <a:r>
              <a:rPr lang="en-US" sz="2000" dirty="0">
                <a:latin typeface="Abadi" panose="020B0604020104020204" pitchFamily="34" charset="0"/>
              </a:rPr>
              <a:t>Reflect and Learn</a:t>
            </a:r>
          </a:p>
          <a:p>
            <a:pPr marL="457200" indent="-457200">
              <a:buFont typeface="+mj-lt"/>
              <a:buAutoNum type="arabicPeriod"/>
            </a:pPr>
            <a:r>
              <a:rPr lang="en-US" sz="2000" dirty="0">
                <a:latin typeface="Abadi" panose="020B0604020104020204" pitchFamily="34" charset="0"/>
              </a:rPr>
              <a:t>Follow Guidelines</a:t>
            </a:r>
          </a:p>
          <a:p>
            <a:pPr marL="457200" indent="-457200">
              <a:buFont typeface="+mj-lt"/>
              <a:buAutoNum type="arabicPeriod"/>
            </a:pPr>
            <a:r>
              <a:rPr lang="en-US" sz="2000" dirty="0">
                <a:latin typeface="Abadi" panose="020B0604020104020204" pitchFamily="34" charset="0"/>
              </a:rPr>
              <a:t>Organization Supervision</a:t>
            </a:r>
          </a:p>
        </p:txBody>
      </p:sp>
      <p:sp>
        <p:nvSpPr>
          <p:cNvPr id="6" name="Text Placeholder 5">
            <a:extLst>
              <a:ext uri="{FF2B5EF4-FFF2-40B4-BE49-F238E27FC236}">
                <a16:creationId xmlns="" xmlns:a16="http://schemas.microsoft.com/office/drawing/2014/main" id="{6CBA37E3-B49E-5269-F122-307A9D8D4344}"/>
              </a:ext>
            </a:extLst>
          </p:cNvPr>
          <p:cNvSpPr>
            <a:spLocks noGrp="1"/>
          </p:cNvSpPr>
          <p:nvPr>
            <p:ph type="body" sz="quarter" idx="3"/>
          </p:nvPr>
        </p:nvSpPr>
        <p:spPr>
          <a:xfrm>
            <a:off x="6172200" y="1210603"/>
            <a:ext cx="4855265" cy="647235"/>
          </a:xfrm>
        </p:spPr>
        <p:txBody>
          <a:bodyPr/>
          <a:lstStyle/>
          <a:p>
            <a:r>
              <a:rPr lang="en-US" dirty="0">
                <a:latin typeface="Abadi" panose="020B0604020104020204" pitchFamily="34" charset="0"/>
              </a:rPr>
              <a:t>DON’T’S</a:t>
            </a:r>
          </a:p>
        </p:txBody>
      </p:sp>
      <p:sp>
        <p:nvSpPr>
          <p:cNvPr id="7" name="Content Placeholder 6">
            <a:extLst>
              <a:ext uri="{FF2B5EF4-FFF2-40B4-BE49-F238E27FC236}">
                <a16:creationId xmlns="" xmlns:a16="http://schemas.microsoft.com/office/drawing/2014/main" id="{2BB79C39-F05C-44FD-CE7D-57E68E3A220E}"/>
              </a:ext>
            </a:extLst>
          </p:cNvPr>
          <p:cNvSpPr>
            <a:spLocks noGrp="1"/>
          </p:cNvSpPr>
          <p:nvPr>
            <p:ph sz="quarter" idx="4"/>
          </p:nvPr>
        </p:nvSpPr>
        <p:spPr>
          <a:xfrm>
            <a:off x="6172200" y="1975621"/>
            <a:ext cx="4855265" cy="4214042"/>
          </a:xfrm>
        </p:spPr>
        <p:txBody>
          <a:bodyPr>
            <a:normAutofit/>
          </a:bodyPr>
          <a:lstStyle/>
          <a:p>
            <a:pPr marL="457200" indent="-457200">
              <a:buFont typeface="+mj-lt"/>
              <a:buAutoNum type="arabicPeriod"/>
            </a:pPr>
            <a:r>
              <a:rPr lang="en-US" sz="2000" dirty="0">
                <a:latin typeface="Abadi" panose="020B0604020104020204" pitchFamily="34" charset="0"/>
              </a:rPr>
              <a:t>Avoid Superficial Engagement</a:t>
            </a:r>
          </a:p>
          <a:p>
            <a:pPr marL="457200" indent="-457200">
              <a:buFont typeface="+mj-lt"/>
              <a:buAutoNum type="arabicPeriod"/>
            </a:pPr>
            <a:r>
              <a:rPr lang="en-US" sz="2000" dirty="0">
                <a:latin typeface="Abadi" panose="020B0604020104020204" pitchFamily="34" charset="0"/>
              </a:rPr>
              <a:t>Do Not Exploit or Harm</a:t>
            </a:r>
          </a:p>
          <a:p>
            <a:pPr marL="457200" indent="-457200">
              <a:buFont typeface="+mj-lt"/>
              <a:buAutoNum type="arabicPeriod"/>
            </a:pPr>
            <a:r>
              <a:rPr lang="en-US" sz="2000" dirty="0">
                <a:latin typeface="Abadi" panose="020B0604020104020204" pitchFamily="34" charset="0"/>
              </a:rPr>
              <a:t>Don’t Work Without Approval</a:t>
            </a:r>
          </a:p>
          <a:p>
            <a:pPr marL="457200" indent="-457200">
              <a:buFont typeface="+mj-lt"/>
              <a:buAutoNum type="arabicPeriod"/>
            </a:pPr>
            <a:r>
              <a:rPr lang="en-US" sz="2000" dirty="0">
                <a:latin typeface="Abadi" panose="020B0604020104020204" pitchFamily="34" charset="0"/>
              </a:rPr>
              <a:t>Avoid Personal Bias</a:t>
            </a:r>
          </a:p>
          <a:p>
            <a:pPr marL="457200" indent="-457200">
              <a:buFont typeface="+mj-lt"/>
              <a:buAutoNum type="arabicPeriod"/>
            </a:pPr>
            <a:r>
              <a:rPr lang="en-US" sz="2000" dirty="0">
                <a:latin typeface="Abadi" panose="020B0604020104020204" pitchFamily="34" charset="0"/>
              </a:rPr>
              <a:t>Don’t Overcommit Resources</a:t>
            </a:r>
          </a:p>
          <a:p>
            <a:pPr marL="457200" indent="-457200">
              <a:buFont typeface="+mj-lt"/>
              <a:buAutoNum type="arabicPeriod"/>
            </a:pPr>
            <a:r>
              <a:rPr lang="en-US" sz="2000" dirty="0">
                <a:latin typeface="Abadi" panose="020B0604020104020204" pitchFamily="34" charset="0"/>
              </a:rPr>
              <a:t>Don’t Miss Deadlines</a:t>
            </a:r>
          </a:p>
          <a:p>
            <a:pPr marL="457200" indent="-457200">
              <a:buFont typeface="+mj-lt"/>
              <a:buAutoNum type="arabicPeriod"/>
            </a:pPr>
            <a:r>
              <a:rPr lang="en-US" sz="2000" dirty="0">
                <a:latin typeface="Abadi" panose="020B0604020104020204" pitchFamily="34" charset="0"/>
              </a:rPr>
              <a:t>Mandatory Attendance for Regular Classes and Weekly Practical Sessions</a:t>
            </a:r>
          </a:p>
        </p:txBody>
      </p:sp>
    </p:spTree>
    <p:extLst>
      <p:ext uri="{BB962C8B-B14F-4D97-AF65-F5344CB8AC3E}">
        <p14:creationId xmlns:p14="http://schemas.microsoft.com/office/powerpoint/2010/main" val="151632017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4BCD9A37-4179-733A-723C-ED77EC86FFC7}"/>
            </a:ext>
          </a:extLst>
        </p:cNvPr>
        <p:cNvGrpSpPr/>
        <p:nvPr/>
      </p:nvGrpSpPr>
      <p:grpSpPr>
        <a:xfrm>
          <a:off x="0" y="0"/>
          <a:ext cx="0" cy="0"/>
          <a:chOff x="0" y="0"/>
          <a:chExt cx="0" cy="0"/>
        </a:xfrm>
      </p:grpSpPr>
      <p:sp>
        <p:nvSpPr>
          <p:cNvPr id="2" name="Title 1">
            <a:extLst>
              <a:ext uri="{FF2B5EF4-FFF2-40B4-BE49-F238E27FC236}">
                <a16:creationId xmlns="" xmlns:a16="http://schemas.microsoft.com/office/drawing/2014/main" id="{D15CE9A2-C294-31FC-DBEC-FE175A266195}"/>
              </a:ext>
            </a:extLst>
          </p:cNvPr>
          <p:cNvSpPr>
            <a:spLocks noGrp="1"/>
          </p:cNvSpPr>
          <p:nvPr>
            <p:ph type="title"/>
          </p:nvPr>
        </p:nvSpPr>
        <p:spPr>
          <a:xfrm>
            <a:off x="1077362" y="496801"/>
            <a:ext cx="9950103" cy="840737"/>
          </a:xfrm>
        </p:spPr>
        <p:txBody>
          <a:bodyPr>
            <a:normAutofit/>
          </a:bodyPr>
          <a:lstStyle/>
          <a:p>
            <a:r>
              <a:rPr lang="en-US" dirty="0"/>
              <a:t>Maintain Documentation for the Course </a:t>
            </a:r>
          </a:p>
        </p:txBody>
      </p:sp>
      <p:sp>
        <p:nvSpPr>
          <p:cNvPr id="5" name="Content Placeholder 4">
            <a:extLst>
              <a:ext uri="{FF2B5EF4-FFF2-40B4-BE49-F238E27FC236}">
                <a16:creationId xmlns="" xmlns:a16="http://schemas.microsoft.com/office/drawing/2014/main" id="{D84EE6EA-5F7E-D562-B07A-F10A6C833375}"/>
              </a:ext>
            </a:extLst>
          </p:cNvPr>
          <p:cNvSpPr>
            <a:spLocks noGrp="1"/>
          </p:cNvSpPr>
          <p:nvPr>
            <p:ph idx="1"/>
          </p:nvPr>
        </p:nvSpPr>
        <p:spPr>
          <a:xfrm>
            <a:off x="1077362" y="1605776"/>
            <a:ext cx="10029253" cy="4335054"/>
          </a:xfrm>
        </p:spPr>
        <p:txBody>
          <a:bodyPr>
            <a:normAutofit fontScale="92500" lnSpcReduction="10000"/>
          </a:bodyPr>
          <a:lstStyle/>
          <a:p>
            <a:pPr marL="457200" indent="-457200" algn="just">
              <a:buFont typeface="+mj-lt"/>
              <a:buAutoNum type="arabicPeriod"/>
            </a:pPr>
            <a:r>
              <a:rPr lang="en-US" sz="2000" b="1" dirty="0">
                <a:latin typeface="Abadi" panose="020B0604020104020204" pitchFamily="34" charset="0"/>
              </a:rPr>
              <a:t>Parental Notification Form </a:t>
            </a:r>
            <a:r>
              <a:rPr lang="en-US" sz="2000" dirty="0">
                <a:latin typeface="Abadi" panose="020B0604020104020204" pitchFamily="34" charset="0"/>
              </a:rPr>
              <a:t>(Students are expected to inform their parents about the course and keep them in loop while selecting </a:t>
            </a:r>
            <a:r>
              <a:rPr lang="en-US" sz="2000">
                <a:latin typeface="Abadi" panose="020B0604020104020204" pitchFamily="34" charset="0"/>
              </a:rPr>
              <a:t>their projects). </a:t>
            </a:r>
            <a:endParaRPr lang="en-US" sz="2000" b="1" dirty="0">
              <a:latin typeface="Abadi" panose="020B0604020104020204" pitchFamily="34" charset="0"/>
            </a:endParaRPr>
          </a:p>
          <a:p>
            <a:pPr marL="457200" indent="-457200" algn="just">
              <a:buFont typeface="+mj-lt"/>
              <a:buAutoNum type="arabicPeriod"/>
            </a:pPr>
            <a:r>
              <a:rPr lang="en-US" sz="2000" b="1" dirty="0">
                <a:latin typeface="Abadi" panose="020B0604020104020204" pitchFamily="34" charset="0"/>
              </a:rPr>
              <a:t>Approval Letter from the University </a:t>
            </a:r>
            <a:r>
              <a:rPr lang="en-US" sz="2000" dirty="0">
                <a:latin typeface="Abadi" panose="020B0604020104020204" pitchFamily="34" charset="0"/>
              </a:rPr>
              <a:t>(Obtain this letter during the initial weeks after/during finalizing your organization and submit it to the organization as proof of authorization.)</a:t>
            </a:r>
          </a:p>
          <a:p>
            <a:pPr marL="457200" indent="-457200" algn="just">
              <a:buFont typeface="+mj-lt"/>
              <a:buAutoNum type="arabicPeriod"/>
            </a:pPr>
            <a:r>
              <a:rPr lang="en-US" sz="2000" b="1" dirty="0">
                <a:latin typeface="Abadi" panose="020B0604020104020204" pitchFamily="34" charset="0"/>
              </a:rPr>
              <a:t>Acceptance Letter from the Organization </a:t>
            </a:r>
            <a:r>
              <a:rPr lang="en-US" sz="2000" dirty="0">
                <a:latin typeface="Abadi" panose="020B0604020104020204" pitchFamily="34" charset="0"/>
              </a:rPr>
              <a:t>(Submit this letter along with the project brief by the 4th week, on the organization's letterhead, duly signed and stamped by the supervisor/head.)</a:t>
            </a:r>
          </a:p>
          <a:p>
            <a:pPr marL="457200" indent="-457200" algn="just">
              <a:buFont typeface="+mj-lt"/>
              <a:buAutoNum type="arabicPeriod"/>
            </a:pPr>
            <a:r>
              <a:rPr lang="en-US" sz="2000" b="1" dirty="0">
                <a:latin typeface="Abadi" panose="020B0604020104020204" pitchFamily="34" charset="0"/>
              </a:rPr>
              <a:t>Meeting Record Form: (</a:t>
            </a:r>
            <a:r>
              <a:rPr lang="en-US" sz="2000" dirty="0">
                <a:latin typeface="Abadi" panose="020B0604020104020204" pitchFamily="34" charset="0"/>
              </a:rPr>
              <a:t>Submit this Meeting Record Form signed and stamped by the supervisor for each week of practical work and attach this form along with the final report at the end of the semester by the submission deadline. The form should be submitted in its original form (not a copy) to ensure authenticity.</a:t>
            </a:r>
          </a:p>
        </p:txBody>
      </p:sp>
    </p:spTree>
    <p:extLst>
      <p:ext uri="{BB962C8B-B14F-4D97-AF65-F5344CB8AC3E}">
        <p14:creationId xmlns:p14="http://schemas.microsoft.com/office/powerpoint/2010/main" val="115685319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 xmlns:a16="http://schemas.microsoft.com/office/drawing/2014/main" id="{C1C08158-5BFB-475E-AFFD-3119675BE108}"/>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0" y="0"/>
            <a:ext cx="12192000" cy="6858000"/>
          </a:xfrm>
          <a:prstGeom prst="rect">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 xmlns:a16="http://schemas.microsoft.com/office/drawing/2014/main" id="{4F5923A5-3EA5-4A1F-8FB1-6E9E4AC90BEF}"/>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0" y="3529852"/>
            <a:ext cx="6736976" cy="3328145"/>
          </a:xfrm>
          <a:prstGeom prst="rect">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3" name="Freeform: Shape 12">
            <a:extLst>
              <a:ext uri="{FF2B5EF4-FFF2-40B4-BE49-F238E27FC236}">
                <a16:creationId xmlns="" xmlns:a16="http://schemas.microsoft.com/office/drawing/2014/main" id="{1850567E-9970-49B5-8036-68DF198AB106}"/>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0" y="2"/>
            <a:ext cx="3414824" cy="6864873"/>
          </a:xfrm>
          <a:custGeom>
            <a:avLst/>
            <a:gdLst>
              <a:gd name="connsiteX0" fmla="*/ 0 w 3414824"/>
              <a:gd name="connsiteY0" fmla="*/ 3376141 h 6864873"/>
              <a:gd name="connsiteX1" fmla="*/ 3414824 w 3414824"/>
              <a:gd name="connsiteY1" fmla="*/ 3376141 h 6864873"/>
              <a:gd name="connsiteX2" fmla="*/ 0 w 3414824"/>
              <a:gd name="connsiteY2" fmla="*/ 6864873 h 6864873"/>
              <a:gd name="connsiteX3" fmla="*/ 2 w 3414824"/>
              <a:gd name="connsiteY3" fmla="*/ 0 h 6864873"/>
              <a:gd name="connsiteX4" fmla="*/ 3414824 w 3414824"/>
              <a:gd name="connsiteY4" fmla="*/ 0 h 6864873"/>
              <a:gd name="connsiteX5" fmla="*/ 3414824 w 3414824"/>
              <a:gd name="connsiteY5" fmla="*/ 3376140 h 6864873"/>
              <a:gd name="connsiteX6" fmla="*/ 2 w 3414824"/>
              <a:gd name="connsiteY6" fmla="*/ 3376140 h 68648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414824" h="6864873">
                <a:moveTo>
                  <a:pt x="0" y="3376141"/>
                </a:moveTo>
                <a:lnTo>
                  <a:pt x="3414824" y="3376141"/>
                </a:lnTo>
                <a:cubicBezTo>
                  <a:pt x="3414824" y="5302914"/>
                  <a:pt x="1885955" y="6864873"/>
                  <a:pt x="0" y="6864873"/>
                </a:cubicBezTo>
                <a:close/>
                <a:moveTo>
                  <a:pt x="2" y="0"/>
                </a:moveTo>
                <a:lnTo>
                  <a:pt x="3414824" y="0"/>
                </a:lnTo>
                <a:lnTo>
                  <a:pt x="3414824" y="3376140"/>
                </a:lnTo>
                <a:lnTo>
                  <a:pt x="2" y="337614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 xmlns:a16="http://schemas.microsoft.com/office/drawing/2014/main" id="{FD688916-7F1F-9C12-53F5-50075AF5E74E}"/>
              </a:ext>
            </a:extLst>
          </p:cNvPr>
          <p:cNvSpPr>
            <a:spLocks noGrp="1"/>
          </p:cNvSpPr>
          <p:nvPr>
            <p:ph type="title"/>
          </p:nvPr>
        </p:nvSpPr>
        <p:spPr>
          <a:xfrm>
            <a:off x="531063" y="1207665"/>
            <a:ext cx="2622578" cy="2491904"/>
          </a:xfrm>
        </p:spPr>
        <p:txBody>
          <a:bodyPr anchor="t">
            <a:normAutofit/>
          </a:bodyPr>
          <a:lstStyle/>
          <a:p>
            <a:pPr algn="ctr"/>
            <a:r>
              <a:rPr lang="en-US" sz="3600" dirty="0"/>
              <a:t>Key takeaways</a:t>
            </a:r>
          </a:p>
        </p:txBody>
      </p:sp>
      <p:sp>
        <p:nvSpPr>
          <p:cNvPr id="15" name="Freeform: Shape 14">
            <a:extLst>
              <a:ext uri="{FF2B5EF4-FFF2-40B4-BE49-F238E27FC236}">
                <a16:creationId xmlns="" xmlns:a16="http://schemas.microsoft.com/office/drawing/2014/main" id="{252F6D40-1969-431D-97A1-D6439AD90942}"/>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3414823" y="-6876"/>
            <a:ext cx="8777176" cy="6871754"/>
          </a:xfrm>
          <a:custGeom>
            <a:avLst/>
            <a:gdLst>
              <a:gd name="connsiteX0" fmla="*/ 0 w 8777176"/>
              <a:gd name="connsiteY0" fmla="*/ 0 h 6871754"/>
              <a:gd name="connsiteX1" fmla="*/ 3414822 w 8777176"/>
              <a:gd name="connsiteY1" fmla="*/ 0 h 6871754"/>
              <a:gd name="connsiteX2" fmla="*/ 3414822 w 8777176"/>
              <a:gd name="connsiteY2" fmla="*/ 6875 h 6871754"/>
              <a:gd name="connsiteX3" fmla="*/ 8777176 w 8777176"/>
              <a:gd name="connsiteY3" fmla="*/ 6875 h 6871754"/>
              <a:gd name="connsiteX4" fmla="*/ 8777176 w 8777176"/>
              <a:gd name="connsiteY4" fmla="*/ 6871754 h 6871754"/>
              <a:gd name="connsiteX5" fmla="*/ 3251085 w 8777176"/>
              <a:gd name="connsiteY5" fmla="*/ 6871754 h 6871754"/>
              <a:gd name="connsiteX6" fmla="*/ 3251085 w 8777176"/>
              <a:gd name="connsiteY6" fmla="*/ 6860643 h 6871754"/>
              <a:gd name="connsiteX7" fmla="*/ 3239098 w 8777176"/>
              <a:gd name="connsiteY7" fmla="*/ 6860334 h 6871754"/>
              <a:gd name="connsiteX8" fmla="*/ 0 w 8777176"/>
              <a:gd name="connsiteY8" fmla="*/ 3376141 h 6871754"/>
              <a:gd name="connsiteX9" fmla="*/ 3251085 w 8777176"/>
              <a:gd name="connsiteY9" fmla="*/ 3376141 h 6871754"/>
              <a:gd name="connsiteX10" fmla="*/ 3251085 w 8777176"/>
              <a:gd name="connsiteY10" fmla="*/ 3376140 h 6871754"/>
              <a:gd name="connsiteX11" fmla="*/ 0 w 8777176"/>
              <a:gd name="connsiteY11" fmla="*/ 3376140 h 68717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8777176" h="6871754">
                <a:moveTo>
                  <a:pt x="0" y="0"/>
                </a:moveTo>
                <a:lnTo>
                  <a:pt x="3414822" y="0"/>
                </a:lnTo>
                <a:lnTo>
                  <a:pt x="3414822" y="6875"/>
                </a:lnTo>
                <a:lnTo>
                  <a:pt x="8777176" y="6875"/>
                </a:lnTo>
                <a:lnTo>
                  <a:pt x="8777176" y="6871754"/>
                </a:lnTo>
                <a:lnTo>
                  <a:pt x="3251085" y="6871754"/>
                </a:lnTo>
                <a:lnTo>
                  <a:pt x="3251085" y="6860643"/>
                </a:lnTo>
                <a:lnTo>
                  <a:pt x="3239098" y="6860334"/>
                </a:lnTo>
                <a:cubicBezTo>
                  <a:pt x="1434808" y="6766895"/>
                  <a:pt x="0" y="5242703"/>
                  <a:pt x="0" y="3376141"/>
                </a:cubicBezTo>
                <a:lnTo>
                  <a:pt x="3251085" y="3376141"/>
                </a:lnTo>
                <a:lnTo>
                  <a:pt x="3251085" y="3376140"/>
                </a:lnTo>
                <a:lnTo>
                  <a:pt x="0" y="3376140"/>
                </a:ln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aphicFrame>
        <p:nvGraphicFramePr>
          <p:cNvPr id="5" name="Content Placeholder 2">
            <a:extLst>
              <a:ext uri="{FF2B5EF4-FFF2-40B4-BE49-F238E27FC236}">
                <a16:creationId xmlns="" xmlns:a16="http://schemas.microsoft.com/office/drawing/2014/main" id="{11D77055-90AF-302B-2523-D9111AD0CCFB}"/>
              </a:ext>
            </a:extLst>
          </p:cNvPr>
          <p:cNvGraphicFramePr>
            <a:graphicFrameLocks noGrp="1"/>
          </p:cNvGraphicFramePr>
          <p:nvPr>
            <p:ph idx="1"/>
            <p:extLst>
              <p:ext uri="{D42A27DB-BD31-4B8C-83A1-F6EECF244321}">
                <p14:modId xmlns:p14="http://schemas.microsoft.com/office/powerpoint/2010/main" val="3774232084"/>
              </p:ext>
            </p:extLst>
          </p:nvPr>
        </p:nvGraphicFramePr>
        <p:xfrm>
          <a:off x="4908175" y="773206"/>
          <a:ext cx="6205913" cy="524845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1917939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 xmlns:a16="http://schemas.microsoft.com/office/drawing/2014/main" id="{634F1BF8-7CA9-86E7-D81C-EB5ECFC3C339}"/>
            </a:ext>
          </a:extLst>
        </p:cNvPr>
        <p:cNvGrpSpPr/>
        <p:nvPr/>
      </p:nvGrpSpPr>
      <p:grpSpPr>
        <a:xfrm>
          <a:off x="0" y="0"/>
          <a:ext cx="0" cy="0"/>
          <a:chOff x="0" y="0"/>
          <a:chExt cx="0" cy="0"/>
        </a:xfrm>
      </p:grpSpPr>
      <p:sp useBgFill="1">
        <p:nvSpPr>
          <p:cNvPr id="1069" name="Rectangle 1068">
            <a:extLst>
              <a:ext uri="{FF2B5EF4-FFF2-40B4-BE49-F238E27FC236}">
                <a16:creationId xmlns="" xmlns:a16="http://schemas.microsoft.com/office/drawing/2014/main" id="{B63A9A42-034C-4CDD-AB9C-821511A2F831}"/>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 xmlns:a16="http://schemas.microsoft.com/office/drawing/2014/main" id="{9D5F3E86-68C5-8DA0-A2B4-75D07932456D}"/>
              </a:ext>
            </a:extLst>
          </p:cNvPr>
          <p:cNvSpPr>
            <a:spLocks noGrp="1"/>
          </p:cNvSpPr>
          <p:nvPr>
            <p:ph type="title"/>
          </p:nvPr>
        </p:nvSpPr>
        <p:spPr>
          <a:xfrm>
            <a:off x="1222327" y="-9767"/>
            <a:ext cx="6443111" cy="1507375"/>
          </a:xfrm>
        </p:spPr>
        <p:txBody>
          <a:bodyPr>
            <a:normAutofit/>
          </a:bodyPr>
          <a:lstStyle/>
          <a:p>
            <a:r>
              <a:rPr lang="en-US" sz="3600" dirty="0"/>
              <a:t>Civics </a:t>
            </a:r>
          </a:p>
        </p:txBody>
      </p:sp>
      <p:pic>
        <p:nvPicPr>
          <p:cNvPr id="1032" name="Picture 8" descr="Legal Law Stock Photos, Images and Backgrounds for Free Download">
            <a:extLst>
              <a:ext uri="{FF2B5EF4-FFF2-40B4-BE49-F238E27FC236}">
                <a16:creationId xmlns="" xmlns:a16="http://schemas.microsoft.com/office/drawing/2014/main" id="{7675E27E-1BBC-CBF6-6DFF-57214709B6C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24486" r="16910" b="4"/>
          <a:stretch/>
        </p:blipFill>
        <p:spPr bwMode="auto">
          <a:xfrm>
            <a:off x="8696965" y="-9767"/>
            <a:ext cx="1775708" cy="1696724"/>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Equity-Centered Community Engagement Strategy | Wellesley Institute">
            <a:extLst>
              <a:ext uri="{FF2B5EF4-FFF2-40B4-BE49-F238E27FC236}">
                <a16:creationId xmlns="" xmlns:a16="http://schemas.microsoft.com/office/drawing/2014/main" id="{BD216FA2-3659-3A39-C92C-2946D7A89FF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21660" r="15186"/>
          <a:stretch/>
        </p:blipFill>
        <p:spPr bwMode="auto">
          <a:xfrm>
            <a:off x="10472675" y="-9766"/>
            <a:ext cx="1719325" cy="1696724"/>
          </a:xfrm>
          <a:prstGeom prst="rect">
            <a:avLst/>
          </a:prstGeom>
          <a:noFill/>
          <a:extLst>
            <a:ext uri="{909E8E84-426E-40DD-AFC4-6F175D3DCCD1}">
              <a14:hiddenFill xmlns:a14="http://schemas.microsoft.com/office/drawing/2010/main">
                <a:solidFill>
                  <a:srgbClr val="FFFFFF"/>
                </a:solidFill>
              </a14:hiddenFill>
            </a:ext>
          </a:extLst>
        </p:spPr>
      </p:pic>
      <p:sp>
        <p:nvSpPr>
          <p:cNvPr id="3" name="Content Placeholder 2">
            <a:extLst>
              <a:ext uri="{FF2B5EF4-FFF2-40B4-BE49-F238E27FC236}">
                <a16:creationId xmlns="" xmlns:a16="http://schemas.microsoft.com/office/drawing/2014/main" id="{FD0B9884-1B06-3391-777D-B9F0994FFFDE}"/>
              </a:ext>
            </a:extLst>
          </p:cNvPr>
          <p:cNvSpPr>
            <a:spLocks noGrp="1"/>
          </p:cNvSpPr>
          <p:nvPr>
            <p:ph idx="1"/>
          </p:nvPr>
        </p:nvSpPr>
        <p:spPr>
          <a:xfrm>
            <a:off x="1344990" y="2181989"/>
            <a:ext cx="6443111" cy="3513514"/>
          </a:xfrm>
        </p:spPr>
        <p:txBody>
          <a:bodyPr>
            <a:normAutofit/>
          </a:bodyPr>
          <a:lstStyle/>
          <a:p>
            <a:pPr marL="0" indent="0" algn="just">
              <a:buNone/>
            </a:pPr>
            <a:r>
              <a:rPr lang="en-US" sz="2400" dirty="0">
                <a:latin typeface="Abadi" panose="020B0604020104020204" pitchFamily="34" charset="0"/>
                <a:ea typeface="ADLaM Display" panose="02010000000000000000" pitchFamily="2" charset="0"/>
                <a:cs typeface="Arial" panose="020B0604020202020204" pitchFamily="34" charset="0"/>
              </a:rPr>
              <a:t>Civics refers to </a:t>
            </a:r>
            <a:r>
              <a:rPr lang="en-US" sz="2400" u="sng" dirty="0">
                <a:latin typeface="Abadi" panose="020B0604020104020204" pitchFamily="34" charset="0"/>
                <a:ea typeface="ADLaM Display" panose="02010000000000000000" pitchFamily="2" charset="0"/>
                <a:cs typeface="Arial" panose="020B0604020202020204" pitchFamily="34" charset="0"/>
              </a:rPr>
              <a:t>the rights and responsibilities </a:t>
            </a:r>
            <a:r>
              <a:rPr lang="en-US" sz="2400" dirty="0">
                <a:latin typeface="Abadi" panose="020B0604020104020204" pitchFamily="34" charset="0"/>
                <a:ea typeface="ADLaM Display" panose="02010000000000000000" pitchFamily="2" charset="0"/>
                <a:cs typeface="Arial" panose="020B0604020202020204" pitchFamily="34" charset="0"/>
              </a:rPr>
              <a:t>of individuals in society, focusing on </a:t>
            </a:r>
            <a:r>
              <a:rPr lang="en-US" sz="2400" u="sng" dirty="0">
                <a:latin typeface="Abadi" panose="020B0604020104020204" pitchFamily="34" charset="0"/>
                <a:ea typeface="ADLaM Display" panose="02010000000000000000" pitchFamily="2" charset="0"/>
                <a:cs typeface="Arial" panose="020B0604020202020204" pitchFamily="34" charset="0"/>
              </a:rPr>
              <a:t>governance, law, and active participation </a:t>
            </a:r>
            <a:r>
              <a:rPr lang="en-US" sz="2400" dirty="0">
                <a:latin typeface="Abadi" panose="020B0604020104020204" pitchFamily="34" charset="0"/>
                <a:ea typeface="ADLaM Display" panose="02010000000000000000" pitchFamily="2" charset="0"/>
                <a:cs typeface="Arial" panose="020B0604020202020204" pitchFamily="34" charset="0"/>
              </a:rPr>
              <a:t>in community life. </a:t>
            </a:r>
          </a:p>
          <a:p>
            <a:pPr marL="0" indent="0" algn="just">
              <a:buNone/>
            </a:pPr>
            <a:r>
              <a:rPr lang="en-US" sz="2400" dirty="0">
                <a:latin typeface="Abadi" panose="020B0604020104020204" pitchFamily="34" charset="0"/>
                <a:ea typeface="ADLaM Display" panose="02010000000000000000" pitchFamily="2" charset="0"/>
                <a:cs typeface="Arial" panose="020B0604020202020204" pitchFamily="34" charset="0"/>
              </a:rPr>
              <a:t>It is a </a:t>
            </a:r>
            <a:r>
              <a:rPr lang="en-US" sz="2400" u="sng" dirty="0">
                <a:latin typeface="Abadi" panose="020B0604020104020204" pitchFamily="34" charset="0"/>
                <a:ea typeface="ADLaM Display" panose="02010000000000000000" pitchFamily="2" charset="0"/>
                <a:cs typeface="Arial" panose="020B0604020202020204" pitchFamily="34" charset="0"/>
              </a:rPr>
              <a:t>bond</a:t>
            </a:r>
            <a:r>
              <a:rPr lang="en-US" sz="2400" dirty="0">
                <a:latin typeface="Abadi" panose="020B0604020104020204" pitchFamily="34" charset="0"/>
                <a:ea typeface="ADLaM Display" panose="02010000000000000000" pitchFamily="2" charset="0"/>
                <a:cs typeface="Arial" panose="020B0604020202020204" pitchFamily="34" charset="0"/>
              </a:rPr>
              <a:t> between an </a:t>
            </a:r>
            <a:r>
              <a:rPr lang="en-US" sz="2400" u="sng" dirty="0">
                <a:latin typeface="Abadi" panose="020B0604020104020204" pitchFamily="34" charset="0"/>
                <a:ea typeface="ADLaM Display" panose="02010000000000000000" pitchFamily="2" charset="0"/>
                <a:cs typeface="Arial" panose="020B0604020202020204" pitchFamily="34" charset="0"/>
              </a:rPr>
              <a:t>individual and a state</a:t>
            </a:r>
            <a:r>
              <a:rPr lang="en-US" sz="2400" dirty="0">
                <a:latin typeface="Abadi" panose="020B0604020104020204" pitchFamily="34" charset="0"/>
                <a:ea typeface="ADLaM Display" panose="02010000000000000000" pitchFamily="2" charset="0"/>
                <a:cs typeface="Arial" panose="020B0604020202020204" pitchFamily="34" charset="0"/>
              </a:rPr>
              <a:t>, characterized by </a:t>
            </a:r>
            <a:r>
              <a:rPr lang="en-US" sz="2400" u="sng" dirty="0">
                <a:solidFill>
                  <a:srgbClr val="FF0000"/>
                </a:solidFill>
                <a:latin typeface="Abadi" panose="020B0604020104020204" pitchFamily="34" charset="0"/>
                <a:ea typeface="ADLaM Display" panose="02010000000000000000" pitchFamily="2" charset="0"/>
                <a:cs typeface="Arial" panose="020B0604020202020204" pitchFamily="34" charset="0"/>
              </a:rPr>
              <a:t>mutual rights and obligations</a:t>
            </a:r>
            <a:r>
              <a:rPr lang="en-US" sz="2400" dirty="0">
                <a:latin typeface="Abadi" panose="020B0604020104020204" pitchFamily="34" charset="0"/>
                <a:ea typeface="ADLaM Display" panose="02010000000000000000" pitchFamily="2" charset="0"/>
                <a:cs typeface="Arial" panose="020B0604020202020204" pitchFamily="34" charset="0"/>
              </a:rPr>
              <a:t>.</a:t>
            </a:r>
            <a:endParaRPr lang="en-US" sz="2400" b="1" dirty="0"/>
          </a:p>
        </p:txBody>
      </p:sp>
      <p:sp>
        <p:nvSpPr>
          <p:cNvPr id="1070" name="Rectangle 1069">
            <a:extLst>
              <a:ext uri="{FF2B5EF4-FFF2-40B4-BE49-F238E27FC236}">
                <a16:creationId xmlns="" xmlns:a16="http://schemas.microsoft.com/office/drawing/2014/main" id="{583839D6-ABBE-4004-9539-900400A59BF4}"/>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8696967" y="3386556"/>
            <a:ext cx="3504720" cy="3471444"/>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026" name="Picture 2">
            <a:extLst>
              <a:ext uri="{FF2B5EF4-FFF2-40B4-BE49-F238E27FC236}">
                <a16:creationId xmlns="" xmlns:a16="http://schemas.microsoft.com/office/drawing/2014/main" id="{A1862FA7-278B-D8B9-7CAE-3428B89C74C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l="531" r="585" b="-5"/>
          <a:stretch/>
        </p:blipFill>
        <p:spPr bwMode="auto">
          <a:xfrm>
            <a:off x="8696967" y="1676311"/>
            <a:ext cx="3495033" cy="1718234"/>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community engagement trickled ...">
            <a:extLst>
              <a:ext uri="{FF2B5EF4-FFF2-40B4-BE49-F238E27FC236}">
                <a16:creationId xmlns="" xmlns:a16="http://schemas.microsoft.com/office/drawing/2014/main" id="{D2033D6D-6B56-26B2-7813-D01DA8D6345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l="3794" r="21302" b="-1"/>
          <a:stretch/>
        </p:blipFill>
        <p:spPr bwMode="auto">
          <a:xfrm>
            <a:off x="8925627" y="3598159"/>
            <a:ext cx="3070456" cy="3070456"/>
          </a:xfrm>
          <a:custGeom>
            <a:avLst/>
            <a:gdLst/>
            <a:ahLst/>
            <a:cxnLst/>
            <a:rect l="l" t="t" r="r" b="b"/>
            <a:pathLst>
              <a:path w="3070456" h="3070456">
                <a:moveTo>
                  <a:pt x="1535228" y="0"/>
                </a:moveTo>
                <a:cubicBezTo>
                  <a:pt x="2383111" y="0"/>
                  <a:pt x="3070456" y="687345"/>
                  <a:pt x="3070456" y="1535228"/>
                </a:cubicBezTo>
                <a:cubicBezTo>
                  <a:pt x="3070456" y="2383111"/>
                  <a:pt x="2383111" y="3070456"/>
                  <a:pt x="1535228" y="3070456"/>
                </a:cubicBezTo>
                <a:cubicBezTo>
                  <a:pt x="687345" y="3070456"/>
                  <a:pt x="0" y="2383111"/>
                  <a:pt x="0" y="1535228"/>
                </a:cubicBezTo>
                <a:cubicBezTo>
                  <a:pt x="0" y="687345"/>
                  <a:pt x="687345" y="0"/>
                  <a:pt x="1535228" y="0"/>
                </a:cubicBez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2201792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941A851F-E53C-F885-FDD4-69E10E5C97FF}"/>
            </a:ext>
          </a:extLst>
        </p:cNvPr>
        <p:cNvGrpSpPr/>
        <p:nvPr/>
      </p:nvGrpSpPr>
      <p:grpSpPr>
        <a:xfrm>
          <a:off x="0" y="0"/>
          <a:ext cx="0" cy="0"/>
          <a:chOff x="0" y="0"/>
          <a:chExt cx="0" cy="0"/>
        </a:xfrm>
      </p:grpSpPr>
      <p:sp>
        <p:nvSpPr>
          <p:cNvPr id="2" name="Title 1">
            <a:extLst>
              <a:ext uri="{FF2B5EF4-FFF2-40B4-BE49-F238E27FC236}">
                <a16:creationId xmlns="" xmlns:a16="http://schemas.microsoft.com/office/drawing/2014/main" id="{2A842A87-7BAC-4C7D-221D-F501F0EA824F}"/>
              </a:ext>
            </a:extLst>
          </p:cNvPr>
          <p:cNvSpPr>
            <a:spLocks noGrp="1"/>
          </p:cNvSpPr>
          <p:nvPr>
            <p:ph type="title"/>
          </p:nvPr>
        </p:nvSpPr>
        <p:spPr>
          <a:xfrm>
            <a:off x="1077362" y="360826"/>
            <a:ext cx="9950103" cy="1112688"/>
          </a:xfrm>
        </p:spPr>
        <p:txBody>
          <a:bodyPr/>
          <a:lstStyle/>
          <a:p>
            <a:r>
              <a:rPr lang="en-US" dirty="0"/>
              <a:t>Civics in Islamic and Pakistani Context </a:t>
            </a:r>
          </a:p>
        </p:txBody>
      </p:sp>
      <p:sp>
        <p:nvSpPr>
          <p:cNvPr id="3" name="Content Placeholder 2">
            <a:extLst>
              <a:ext uri="{FF2B5EF4-FFF2-40B4-BE49-F238E27FC236}">
                <a16:creationId xmlns="" xmlns:a16="http://schemas.microsoft.com/office/drawing/2014/main" id="{0EB6D928-F36D-4EDC-C2D2-26449FCD71D1}"/>
              </a:ext>
            </a:extLst>
          </p:cNvPr>
          <p:cNvSpPr>
            <a:spLocks noGrp="1"/>
          </p:cNvSpPr>
          <p:nvPr>
            <p:ph idx="1"/>
          </p:nvPr>
        </p:nvSpPr>
        <p:spPr>
          <a:xfrm>
            <a:off x="1077363" y="1706137"/>
            <a:ext cx="9861984" cy="4234693"/>
          </a:xfrm>
        </p:spPr>
        <p:txBody>
          <a:bodyPr>
            <a:normAutofit/>
          </a:bodyPr>
          <a:lstStyle/>
          <a:p>
            <a:pPr marL="401638" indent="-401638">
              <a:buFont typeface="Courier New" panose="02070309020205020404" pitchFamily="49" charset="0"/>
              <a:buChar char="o"/>
            </a:pPr>
            <a:r>
              <a:rPr lang="en-US" sz="2400" b="1" dirty="0">
                <a:latin typeface="Abadi" panose="020B0604020104020204" pitchFamily="34" charset="0"/>
                <a:ea typeface="ADLaM Display" panose="02010000000000000000" pitchFamily="2" charset="0"/>
                <a:cs typeface="Arial" panose="020B0604020202020204" pitchFamily="34" charset="0"/>
              </a:rPr>
              <a:t>Islamic Framework: </a:t>
            </a:r>
            <a:r>
              <a:rPr lang="en-US" sz="2400" dirty="0">
                <a:latin typeface="Abadi" panose="020B0604020104020204" pitchFamily="34" charset="0"/>
                <a:ea typeface="ADLaM Display" panose="02010000000000000000" pitchFamily="2" charset="0"/>
                <a:cs typeface="Arial" panose="020B0604020202020204" pitchFamily="34" charset="0"/>
              </a:rPr>
              <a:t>Concepts of Shura (consultation), </a:t>
            </a:r>
            <a:r>
              <a:rPr lang="en-US" sz="2400" dirty="0" err="1">
                <a:latin typeface="Abadi" panose="020B0604020104020204" pitchFamily="34" charset="0"/>
                <a:ea typeface="ADLaM Display" panose="02010000000000000000" pitchFamily="2" charset="0"/>
                <a:cs typeface="Arial" panose="020B0604020202020204" pitchFamily="34" charset="0"/>
              </a:rPr>
              <a:t>Adl</a:t>
            </a:r>
            <a:r>
              <a:rPr lang="en-US" sz="2400" dirty="0">
                <a:latin typeface="Abadi" panose="020B0604020104020204" pitchFamily="34" charset="0"/>
                <a:ea typeface="ADLaM Display" panose="02010000000000000000" pitchFamily="2" charset="0"/>
                <a:cs typeface="Arial" panose="020B0604020202020204" pitchFamily="34" charset="0"/>
              </a:rPr>
              <a:t> (justice), and </a:t>
            </a:r>
            <a:r>
              <a:rPr lang="en-US" sz="2400" dirty="0" err="1">
                <a:latin typeface="Abadi" panose="020B0604020104020204" pitchFamily="34" charset="0"/>
                <a:ea typeface="ADLaM Display" panose="02010000000000000000" pitchFamily="2" charset="0"/>
                <a:cs typeface="Arial" panose="020B0604020202020204" pitchFamily="34" charset="0"/>
              </a:rPr>
              <a:t>Maslaha</a:t>
            </a:r>
            <a:r>
              <a:rPr lang="en-US" sz="2400" dirty="0">
                <a:latin typeface="Abadi" panose="020B0604020104020204" pitchFamily="34" charset="0"/>
                <a:ea typeface="ADLaM Display" panose="02010000000000000000" pitchFamily="2" charset="0"/>
                <a:cs typeface="Arial" panose="020B0604020202020204" pitchFamily="34" charset="0"/>
              </a:rPr>
              <a:t> (public welfare).</a:t>
            </a:r>
          </a:p>
          <a:p>
            <a:pPr marL="401638" indent="-401638">
              <a:buFont typeface="Courier New" panose="02070309020205020404" pitchFamily="49" charset="0"/>
              <a:buChar char="o"/>
            </a:pPr>
            <a:r>
              <a:rPr lang="en-US" sz="2400" dirty="0">
                <a:latin typeface="Abadi" panose="020B0604020104020204" pitchFamily="34" charset="0"/>
                <a:ea typeface="ADLaM Display" panose="02010000000000000000" pitchFamily="2" charset="0"/>
                <a:cs typeface="Arial" panose="020B0604020202020204" pitchFamily="34" charset="0"/>
              </a:rPr>
              <a:t>Pakistani Constitution: Article 38 promotes </a:t>
            </a:r>
            <a:r>
              <a:rPr lang="en-US" sz="2400" u="sng" dirty="0">
                <a:latin typeface="Abadi" panose="020B0604020104020204" pitchFamily="34" charset="0"/>
                <a:ea typeface="ADLaM Display" panose="02010000000000000000" pitchFamily="2" charset="0"/>
                <a:cs typeface="Arial" panose="020B0604020202020204" pitchFamily="34" charset="0"/>
              </a:rPr>
              <a:t>justice, equality, and social welfare</a:t>
            </a:r>
            <a:r>
              <a:rPr lang="en-US" sz="2400" dirty="0">
                <a:latin typeface="Abadi" panose="020B0604020104020204" pitchFamily="34" charset="0"/>
                <a:ea typeface="ADLaM Display" panose="02010000000000000000" pitchFamily="2" charset="0"/>
                <a:cs typeface="Arial" panose="020B0604020202020204" pitchFamily="34" charset="0"/>
              </a:rPr>
              <a:t> aligned with Islamic principles.</a:t>
            </a:r>
          </a:p>
          <a:p>
            <a:pPr marL="914400" indent="-290513">
              <a:buFont typeface="Wingdings" panose="05000000000000000000" pitchFamily="2" charset="2"/>
              <a:buChar char="ü"/>
            </a:pPr>
            <a:r>
              <a:rPr lang="en-US" sz="2400" dirty="0">
                <a:latin typeface="Abadi" panose="020B0604020104020204" pitchFamily="34" charset="0"/>
                <a:ea typeface="ADLaM Display" panose="02010000000000000000" pitchFamily="2" charset="0"/>
                <a:cs typeface="Arial" panose="020B0604020202020204" pitchFamily="34" charset="0"/>
              </a:rPr>
              <a:t>Elimination of exploitation.</a:t>
            </a:r>
          </a:p>
          <a:p>
            <a:pPr marL="914400" indent="-290513">
              <a:buFont typeface="Wingdings" panose="05000000000000000000" pitchFamily="2" charset="2"/>
              <a:buChar char="ü"/>
            </a:pPr>
            <a:r>
              <a:rPr lang="en-US" sz="2400" dirty="0">
                <a:latin typeface="Abadi" panose="020B0604020104020204" pitchFamily="34" charset="0"/>
                <a:ea typeface="ADLaM Display" panose="02010000000000000000" pitchFamily="2" charset="0"/>
                <a:cs typeface="Arial" panose="020B0604020202020204" pitchFamily="34" charset="0"/>
              </a:rPr>
              <a:t>Provision of basic needs (food, clothing, shelter).</a:t>
            </a:r>
          </a:p>
          <a:p>
            <a:pPr marL="914400" indent="-290513">
              <a:buFont typeface="Wingdings" panose="05000000000000000000" pitchFamily="2" charset="2"/>
              <a:buChar char="ü"/>
            </a:pPr>
            <a:r>
              <a:rPr lang="en-US" sz="2400" dirty="0">
                <a:latin typeface="Abadi" panose="020B0604020104020204" pitchFamily="34" charset="0"/>
                <a:ea typeface="ADLaM Display" panose="02010000000000000000" pitchFamily="2" charset="0"/>
                <a:cs typeface="Arial" panose="020B0604020202020204" pitchFamily="34" charset="0"/>
              </a:rPr>
              <a:t>Institutionalized Zakat for wealth distribution.</a:t>
            </a:r>
            <a:endParaRPr lang="en-US" sz="2400" b="1" dirty="0"/>
          </a:p>
        </p:txBody>
      </p:sp>
    </p:spTree>
    <p:extLst>
      <p:ext uri="{BB962C8B-B14F-4D97-AF65-F5344CB8AC3E}">
        <p14:creationId xmlns:p14="http://schemas.microsoft.com/office/powerpoint/2010/main" val="343338970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91953A88-2A12-F59C-77E5-06965946EE2A}"/>
            </a:ext>
          </a:extLst>
        </p:cNvPr>
        <p:cNvGrpSpPr/>
        <p:nvPr/>
      </p:nvGrpSpPr>
      <p:grpSpPr>
        <a:xfrm>
          <a:off x="0" y="0"/>
          <a:ext cx="0" cy="0"/>
          <a:chOff x="0" y="0"/>
          <a:chExt cx="0" cy="0"/>
        </a:xfrm>
      </p:grpSpPr>
      <p:sp>
        <p:nvSpPr>
          <p:cNvPr id="2" name="Title 1">
            <a:extLst>
              <a:ext uri="{FF2B5EF4-FFF2-40B4-BE49-F238E27FC236}">
                <a16:creationId xmlns="" xmlns:a16="http://schemas.microsoft.com/office/drawing/2014/main" id="{ABE3903D-80E7-4712-BB56-AB064E64E270}"/>
              </a:ext>
            </a:extLst>
          </p:cNvPr>
          <p:cNvSpPr>
            <a:spLocks noGrp="1"/>
          </p:cNvSpPr>
          <p:nvPr>
            <p:ph type="title"/>
          </p:nvPr>
        </p:nvSpPr>
        <p:spPr>
          <a:xfrm>
            <a:off x="1077362" y="360826"/>
            <a:ext cx="9950103" cy="1112688"/>
          </a:xfrm>
        </p:spPr>
        <p:txBody>
          <a:bodyPr/>
          <a:lstStyle/>
          <a:p>
            <a:r>
              <a:rPr lang="en-US" dirty="0"/>
              <a:t>Community Engagement </a:t>
            </a:r>
          </a:p>
        </p:txBody>
      </p:sp>
      <p:sp>
        <p:nvSpPr>
          <p:cNvPr id="3" name="Content Placeholder 2">
            <a:extLst>
              <a:ext uri="{FF2B5EF4-FFF2-40B4-BE49-F238E27FC236}">
                <a16:creationId xmlns="" xmlns:a16="http://schemas.microsoft.com/office/drawing/2014/main" id="{4439C3C8-5A7D-22AC-5F1F-F383092177EC}"/>
              </a:ext>
            </a:extLst>
          </p:cNvPr>
          <p:cNvSpPr>
            <a:spLocks noGrp="1"/>
          </p:cNvSpPr>
          <p:nvPr>
            <p:ph idx="1"/>
          </p:nvPr>
        </p:nvSpPr>
        <p:spPr>
          <a:xfrm>
            <a:off x="1077363" y="1706137"/>
            <a:ext cx="9861984" cy="4234693"/>
          </a:xfrm>
        </p:spPr>
        <p:txBody>
          <a:bodyPr>
            <a:normAutofit/>
          </a:bodyPr>
          <a:lstStyle/>
          <a:p>
            <a:pPr marL="401638" indent="-401638" algn="just">
              <a:buFont typeface="Courier New" panose="02070309020205020404" pitchFamily="49" charset="0"/>
              <a:buChar char="o"/>
            </a:pPr>
            <a:r>
              <a:rPr lang="en-US" sz="2400" dirty="0">
                <a:latin typeface="Abadi" panose="020B0604020104020204" pitchFamily="34" charset="0"/>
                <a:ea typeface="ADLaM Display" panose="02010000000000000000" pitchFamily="2" charset="0"/>
                <a:cs typeface="Arial" panose="020B0604020202020204" pitchFamily="34" charset="0"/>
              </a:rPr>
              <a:t>Community engagement involves taking a </a:t>
            </a:r>
            <a:r>
              <a:rPr lang="en-US" sz="2400" u="sng" dirty="0">
                <a:latin typeface="Abadi" panose="020B0604020104020204" pitchFamily="34" charset="0"/>
                <a:ea typeface="ADLaM Display" panose="02010000000000000000" pitchFamily="2" charset="0"/>
                <a:cs typeface="Arial" panose="020B0604020202020204" pitchFamily="34" charset="0"/>
              </a:rPr>
              <a:t>strategic approach </a:t>
            </a:r>
            <a:r>
              <a:rPr lang="en-US" sz="2400" dirty="0">
                <a:latin typeface="Abadi" panose="020B0604020104020204" pitchFamily="34" charset="0"/>
                <a:ea typeface="ADLaM Display" panose="02010000000000000000" pitchFamily="2" charset="0"/>
                <a:cs typeface="Arial" panose="020B0604020202020204" pitchFamily="34" charset="0"/>
              </a:rPr>
              <a:t>to an organization’s </a:t>
            </a:r>
            <a:r>
              <a:rPr lang="en-US" sz="2400" u="sng" dirty="0">
                <a:latin typeface="Abadi" panose="020B0604020104020204" pitchFamily="34" charset="0"/>
                <a:ea typeface="ADLaM Display" panose="02010000000000000000" pitchFamily="2" charset="0"/>
                <a:cs typeface="Arial" panose="020B0604020202020204" pitchFamily="34" charset="0"/>
              </a:rPr>
              <a:t>community-based stakeholders</a:t>
            </a:r>
            <a:r>
              <a:rPr lang="en-US" sz="2400" dirty="0">
                <a:latin typeface="Abadi" panose="020B0604020104020204" pitchFamily="34" charset="0"/>
                <a:ea typeface="ADLaM Display" panose="02010000000000000000" pitchFamily="2" charset="0"/>
                <a:cs typeface="Arial" panose="020B0604020202020204" pitchFamily="34" charset="0"/>
              </a:rPr>
              <a:t>. </a:t>
            </a:r>
          </a:p>
          <a:p>
            <a:pPr marL="401638" indent="-401638" algn="just">
              <a:buFont typeface="Courier New" panose="02070309020205020404" pitchFamily="49" charset="0"/>
              <a:buChar char="o"/>
            </a:pPr>
            <a:r>
              <a:rPr lang="en-US" sz="2400" dirty="0">
                <a:latin typeface="Abadi" panose="020B0604020104020204" pitchFamily="34" charset="0"/>
                <a:ea typeface="ADLaM Display" panose="02010000000000000000" pitchFamily="2" charset="0"/>
                <a:cs typeface="Arial" panose="020B0604020202020204" pitchFamily="34" charset="0"/>
              </a:rPr>
              <a:t>This includes </a:t>
            </a:r>
            <a:r>
              <a:rPr lang="en-US" sz="2400" i="1" u="sng" dirty="0">
                <a:latin typeface="Abadi" panose="020B0604020104020204" pitchFamily="34" charset="0"/>
                <a:ea typeface="ADLaM Display" panose="02010000000000000000" pitchFamily="2" charset="0"/>
                <a:cs typeface="Arial" panose="020B0604020202020204" pitchFamily="34" charset="0"/>
              </a:rPr>
              <a:t>building relationships, developing communications, and managing interactions </a:t>
            </a:r>
            <a:r>
              <a:rPr lang="en-US" sz="2400" dirty="0">
                <a:latin typeface="Abadi" panose="020B0604020104020204" pitchFamily="34" charset="0"/>
                <a:ea typeface="ADLaM Display" panose="02010000000000000000" pitchFamily="2" charset="0"/>
                <a:cs typeface="Arial" panose="020B0604020202020204" pitchFamily="34" charset="0"/>
              </a:rPr>
              <a:t>in order to achieve </a:t>
            </a:r>
            <a:r>
              <a:rPr lang="en-US" sz="2400" u="sng" dirty="0">
                <a:solidFill>
                  <a:srgbClr val="FF0000"/>
                </a:solidFill>
                <a:latin typeface="Abadi" panose="020B0604020104020204" pitchFamily="34" charset="0"/>
                <a:ea typeface="ADLaM Display" panose="02010000000000000000" pitchFamily="2" charset="0"/>
                <a:cs typeface="Arial" panose="020B0604020202020204" pitchFamily="34" charset="0"/>
              </a:rPr>
              <a:t>specific outcomes</a:t>
            </a:r>
            <a:r>
              <a:rPr lang="en-US" sz="2400" dirty="0">
                <a:solidFill>
                  <a:srgbClr val="FF0000"/>
                </a:solidFill>
                <a:latin typeface="Abadi" panose="020B0604020104020204" pitchFamily="34" charset="0"/>
                <a:ea typeface="ADLaM Display" panose="02010000000000000000" pitchFamily="2" charset="0"/>
                <a:cs typeface="Arial" panose="020B0604020202020204" pitchFamily="34" charset="0"/>
              </a:rPr>
              <a:t> </a:t>
            </a:r>
            <a:r>
              <a:rPr lang="en-US" sz="2400" dirty="0">
                <a:latin typeface="Abadi" panose="020B0604020104020204" pitchFamily="34" charset="0"/>
                <a:ea typeface="ADLaM Display" panose="02010000000000000000" pitchFamily="2" charset="0"/>
                <a:cs typeface="Arial" panose="020B0604020202020204" pitchFamily="34" charset="0"/>
              </a:rPr>
              <a:t>for the organization and the community itself (mutual outcomes). </a:t>
            </a:r>
          </a:p>
          <a:p>
            <a:pPr marL="401638" indent="-401638" algn="just">
              <a:buFont typeface="Courier New" panose="02070309020205020404" pitchFamily="49" charset="0"/>
              <a:buChar char="o"/>
            </a:pPr>
            <a:endParaRPr lang="en-US" sz="2400" dirty="0">
              <a:latin typeface="Abadi" panose="020B0604020104020204" pitchFamily="34" charset="0"/>
              <a:ea typeface="ADLaM Display" panose="02010000000000000000" pitchFamily="2" charset="0"/>
              <a:cs typeface="Arial" panose="020B0604020202020204" pitchFamily="34" charset="0"/>
            </a:endParaRPr>
          </a:p>
          <a:p>
            <a:pPr marL="401638" indent="-401638" algn="just">
              <a:buFont typeface="Courier New" panose="02070309020205020404" pitchFamily="49" charset="0"/>
              <a:buChar char="o"/>
            </a:pPr>
            <a:endParaRPr lang="en-US" sz="2400" dirty="0">
              <a:latin typeface="Abadi" panose="020B0604020104020204" pitchFamily="34" charset="0"/>
              <a:ea typeface="ADLaM Display" panose="02010000000000000000" pitchFamily="2" charset="0"/>
              <a:cs typeface="Arial" panose="020B0604020202020204" pitchFamily="34" charset="0"/>
            </a:endParaRPr>
          </a:p>
        </p:txBody>
      </p:sp>
    </p:spTree>
    <p:extLst>
      <p:ext uri="{BB962C8B-B14F-4D97-AF65-F5344CB8AC3E}">
        <p14:creationId xmlns:p14="http://schemas.microsoft.com/office/powerpoint/2010/main" val="367998840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54B353E5-4E4A-FCD5-8C1C-33044F3A8D64}"/>
            </a:ext>
          </a:extLst>
        </p:cNvPr>
        <p:cNvGrpSpPr/>
        <p:nvPr/>
      </p:nvGrpSpPr>
      <p:grpSpPr>
        <a:xfrm>
          <a:off x="0" y="0"/>
          <a:ext cx="0" cy="0"/>
          <a:chOff x="0" y="0"/>
          <a:chExt cx="0" cy="0"/>
        </a:xfrm>
      </p:grpSpPr>
      <p:sp>
        <p:nvSpPr>
          <p:cNvPr id="2" name="Title 1">
            <a:extLst>
              <a:ext uri="{FF2B5EF4-FFF2-40B4-BE49-F238E27FC236}">
                <a16:creationId xmlns="" xmlns:a16="http://schemas.microsoft.com/office/drawing/2014/main" id="{2CA265F9-F338-76D3-FBED-07C2942E2D9C}"/>
              </a:ext>
            </a:extLst>
          </p:cNvPr>
          <p:cNvSpPr>
            <a:spLocks noGrp="1"/>
          </p:cNvSpPr>
          <p:nvPr>
            <p:ph type="title"/>
          </p:nvPr>
        </p:nvSpPr>
        <p:spPr>
          <a:xfrm>
            <a:off x="1077362" y="360826"/>
            <a:ext cx="9950103" cy="1112688"/>
          </a:xfrm>
        </p:spPr>
        <p:txBody>
          <a:bodyPr/>
          <a:lstStyle/>
          <a:p>
            <a:r>
              <a:rPr lang="en-US" dirty="0"/>
              <a:t>Community and its Types</a:t>
            </a:r>
          </a:p>
        </p:txBody>
      </p:sp>
      <p:sp>
        <p:nvSpPr>
          <p:cNvPr id="3" name="Content Placeholder 2">
            <a:extLst>
              <a:ext uri="{FF2B5EF4-FFF2-40B4-BE49-F238E27FC236}">
                <a16:creationId xmlns="" xmlns:a16="http://schemas.microsoft.com/office/drawing/2014/main" id="{E7F40498-E478-4923-A1BC-06658E452C7B}"/>
              </a:ext>
            </a:extLst>
          </p:cNvPr>
          <p:cNvSpPr>
            <a:spLocks noGrp="1"/>
          </p:cNvSpPr>
          <p:nvPr>
            <p:ph idx="1"/>
          </p:nvPr>
        </p:nvSpPr>
        <p:spPr>
          <a:xfrm>
            <a:off x="1077363" y="1706137"/>
            <a:ext cx="9861984" cy="4560848"/>
          </a:xfrm>
        </p:spPr>
        <p:txBody>
          <a:bodyPr>
            <a:normAutofit fontScale="92500" lnSpcReduction="20000"/>
          </a:bodyPr>
          <a:lstStyle/>
          <a:p>
            <a:pPr marL="401638" indent="-401638" algn="just">
              <a:buFont typeface="Courier New" panose="02070309020205020404" pitchFamily="49" charset="0"/>
              <a:buChar char="o"/>
            </a:pPr>
            <a:r>
              <a:rPr lang="en-US" sz="2400" b="1" dirty="0">
                <a:latin typeface="Abadi" panose="020B0604020104020204" pitchFamily="34" charset="0"/>
                <a:ea typeface="ADLaM Display" panose="02010000000000000000" pitchFamily="2" charset="0"/>
                <a:cs typeface="Arial" panose="020B0604020202020204" pitchFamily="34" charset="0"/>
              </a:rPr>
              <a:t>Community: </a:t>
            </a:r>
            <a:r>
              <a:rPr lang="en-US" sz="2400" dirty="0">
                <a:latin typeface="Abadi" panose="020B0604020104020204" pitchFamily="34" charset="0"/>
                <a:ea typeface="ADLaM Display" panose="02010000000000000000" pitchFamily="2" charset="0"/>
                <a:cs typeface="Arial" panose="020B0604020202020204" pitchFamily="34" charset="0"/>
              </a:rPr>
              <a:t>Groups of people based on common geography (country, state, region, suburb, </a:t>
            </a:r>
            <a:r>
              <a:rPr lang="en-US" sz="2400" dirty="0" err="1">
                <a:latin typeface="Abadi" panose="020B0604020104020204" pitchFamily="34" charset="0"/>
                <a:ea typeface="ADLaM Display" panose="02010000000000000000" pitchFamily="2" charset="0"/>
                <a:cs typeface="Arial" panose="020B0604020202020204" pitchFamily="34" charset="0"/>
              </a:rPr>
              <a:t>neighbourhood</a:t>
            </a:r>
            <a:r>
              <a:rPr lang="en-US" sz="2400" dirty="0">
                <a:latin typeface="Abadi" panose="020B0604020104020204" pitchFamily="34" charset="0"/>
                <a:ea typeface="ADLaM Display" panose="02010000000000000000" pitchFamily="2" charset="0"/>
                <a:cs typeface="Arial" panose="020B0604020202020204" pitchFamily="34" charset="0"/>
              </a:rPr>
              <a:t>, etc.) or common interest (customs, values, religion, needs, etc.)</a:t>
            </a:r>
          </a:p>
          <a:p>
            <a:pPr marL="401638" indent="-401638" algn="just">
              <a:buFont typeface="Courier New" panose="02070309020205020404" pitchFamily="49" charset="0"/>
              <a:buChar char="o"/>
            </a:pPr>
            <a:r>
              <a:rPr lang="en-US" sz="2400" b="1" dirty="0">
                <a:latin typeface="Abadi" panose="020B0604020104020204" pitchFamily="34" charset="0"/>
              </a:rPr>
              <a:t>Residential Community: </a:t>
            </a:r>
            <a:r>
              <a:rPr lang="en-US" sz="2400" dirty="0">
                <a:latin typeface="Abadi" panose="020B0604020104020204" pitchFamily="34" charset="0"/>
              </a:rPr>
              <a:t>Focused on shared living locations.</a:t>
            </a:r>
          </a:p>
          <a:p>
            <a:pPr marL="401638" indent="-401638" algn="just">
              <a:buFont typeface="Courier New" panose="02070309020205020404" pitchFamily="49" charset="0"/>
              <a:buChar char="o"/>
            </a:pPr>
            <a:r>
              <a:rPr lang="en-US" sz="2400" b="1" dirty="0">
                <a:latin typeface="Abadi" panose="020B0604020104020204" pitchFamily="34" charset="0"/>
              </a:rPr>
              <a:t>Business Community: </a:t>
            </a:r>
            <a:r>
              <a:rPr lang="en-US" sz="2400" dirty="0">
                <a:latin typeface="Abadi" panose="020B0604020104020204" pitchFamily="34" charset="0"/>
              </a:rPr>
              <a:t>Professional networks sharing opportunities.</a:t>
            </a:r>
          </a:p>
          <a:p>
            <a:pPr marL="401638" indent="-401638" algn="just">
              <a:buFont typeface="Courier New" panose="02070309020205020404" pitchFamily="49" charset="0"/>
              <a:buChar char="o"/>
            </a:pPr>
            <a:r>
              <a:rPr lang="en-US" sz="2400" b="1" dirty="0">
                <a:latin typeface="Abadi" panose="020B0604020104020204" pitchFamily="34" charset="0"/>
              </a:rPr>
              <a:t>Volunteer Community: </a:t>
            </a:r>
            <a:r>
              <a:rPr lang="en-US" sz="2400" dirty="0">
                <a:latin typeface="Abadi" panose="020B0604020104020204" pitchFamily="34" charset="0"/>
              </a:rPr>
              <a:t>Groups working for greater good.</a:t>
            </a:r>
          </a:p>
          <a:p>
            <a:pPr marL="401638" indent="-401638" algn="just">
              <a:buFont typeface="Courier New" panose="02070309020205020404" pitchFamily="49" charset="0"/>
              <a:buChar char="o"/>
            </a:pPr>
            <a:r>
              <a:rPr lang="en-US" sz="2400" b="1" dirty="0">
                <a:latin typeface="Abadi" panose="020B0604020104020204" pitchFamily="34" charset="0"/>
              </a:rPr>
              <a:t>Religious Community: </a:t>
            </a:r>
            <a:r>
              <a:rPr lang="en-US" sz="2400" dirty="0">
                <a:latin typeface="Abadi" panose="020B0604020104020204" pitchFamily="34" charset="0"/>
              </a:rPr>
              <a:t>Based on shared faith and values.</a:t>
            </a:r>
          </a:p>
          <a:p>
            <a:pPr marL="401638" indent="-401638" algn="just">
              <a:buFont typeface="Courier New" panose="02070309020205020404" pitchFamily="49" charset="0"/>
              <a:buChar char="o"/>
            </a:pPr>
            <a:r>
              <a:rPr lang="en-US" sz="2400" b="1" dirty="0">
                <a:latin typeface="Abadi" panose="020B0604020104020204" pitchFamily="34" charset="0"/>
              </a:rPr>
              <a:t>Sport Community: </a:t>
            </a:r>
            <a:r>
              <a:rPr lang="en-US" sz="2400" dirty="0">
                <a:latin typeface="Abadi" panose="020B0604020104020204" pitchFamily="34" charset="0"/>
              </a:rPr>
              <a:t>Team players, fans, and families.</a:t>
            </a:r>
          </a:p>
          <a:p>
            <a:pPr marL="401638" indent="-401638" algn="just">
              <a:buFont typeface="Courier New" panose="02070309020205020404" pitchFamily="49" charset="0"/>
              <a:buChar char="o"/>
            </a:pPr>
            <a:r>
              <a:rPr lang="en-US" sz="2400" b="1" dirty="0">
                <a:latin typeface="Abadi" panose="020B0604020104020204" pitchFamily="34" charset="0"/>
              </a:rPr>
              <a:t>Support Community: </a:t>
            </a:r>
            <a:r>
              <a:rPr lang="en-US" sz="2400" dirty="0">
                <a:latin typeface="Abadi" panose="020B0604020104020204" pitchFamily="34" charset="0"/>
              </a:rPr>
              <a:t>Created around shared challenges.</a:t>
            </a:r>
          </a:p>
          <a:p>
            <a:pPr marL="401638" indent="-401638" algn="just">
              <a:buFont typeface="Courier New" panose="02070309020205020404" pitchFamily="49" charset="0"/>
              <a:buChar char="o"/>
            </a:pPr>
            <a:r>
              <a:rPr lang="en-US" sz="2400" b="1" dirty="0">
                <a:latin typeface="Abadi" panose="020B0604020104020204" pitchFamily="34" charset="0"/>
              </a:rPr>
              <a:t>Brand Community: </a:t>
            </a:r>
            <a:r>
              <a:rPr lang="en-US" sz="2400" dirty="0">
                <a:latin typeface="Abadi" panose="020B0604020104020204" pitchFamily="34" charset="0"/>
              </a:rPr>
              <a:t>Customers united by brand loyalty.</a:t>
            </a:r>
          </a:p>
        </p:txBody>
      </p:sp>
    </p:spTree>
    <p:extLst>
      <p:ext uri="{BB962C8B-B14F-4D97-AF65-F5344CB8AC3E}">
        <p14:creationId xmlns:p14="http://schemas.microsoft.com/office/powerpoint/2010/main" val="103385732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4A7DC5E8-B0E7-AE61-C405-6F081AAD60CD}"/>
            </a:ext>
          </a:extLst>
        </p:cNvPr>
        <p:cNvGrpSpPr/>
        <p:nvPr/>
      </p:nvGrpSpPr>
      <p:grpSpPr>
        <a:xfrm>
          <a:off x="0" y="0"/>
          <a:ext cx="0" cy="0"/>
          <a:chOff x="0" y="0"/>
          <a:chExt cx="0" cy="0"/>
        </a:xfrm>
      </p:grpSpPr>
      <p:sp>
        <p:nvSpPr>
          <p:cNvPr id="2" name="Title 1">
            <a:extLst>
              <a:ext uri="{FF2B5EF4-FFF2-40B4-BE49-F238E27FC236}">
                <a16:creationId xmlns="" xmlns:a16="http://schemas.microsoft.com/office/drawing/2014/main" id="{C0EE930C-1EEC-966C-FF8F-E9B7774B321B}"/>
              </a:ext>
            </a:extLst>
          </p:cNvPr>
          <p:cNvSpPr>
            <a:spLocks noGrp="1"/>
          </p:cNvSpPr>
          <p:nvPr>
            <p:ph type="title"/>
          </p:nvPr>
        </p:nvSpPr>
        <p:spPr>
          <a:xfrm>
            <a:off x="1077362" y="360826"/>
            <a:ext cx="9950103" cy="1112688"/>
          </a:xfrm>
        </p:spPr>
        <p:txBody>
          <a:bodyPr/>
          <a:lstStyle/>
          <a:p>
            <a:r>
              <a:rPr lang="en-US" dirty="0"/>
              <a:t>Engagement </a:t>
            </a:r>
          </a:p>
        </p:txBody>
      </p:sp>
      <p:sp>
        <p:nvSpPr>
          <p:cNvPr id="3" name="Content Placeholder 2">
            <a:extLst>
              <a:ext uri="{FF2B5EF4-FFF2-40B4-BE49-F238E27FC236}">
                <a16:creationId xmlns="" xmlns:a16="http://schemas.microsoft.com/office/drawing/2014/main" id="{F103C68B-D428-D837-8E15-8738B3828D61}"/>
              </a:ext>
            </a:extLst>
          </p:cNvPr>
          <p:cNvSpPr>
            <a:spLocks noGrp="1"/>
          </p:cNvSpPr>
          <p:nvPr>
            <p:ph idx="1"/>
          </p:nvPr>
        </p:nvSpPr>
        <p:spPr>
          <a:xfrm>
            <a:off x="1077363" y="1706137"/>
            <a:ext cx="9861984" cy="4560848"/>
          </a:xfrm>
        </p:spPr>
        <p:txBody>
          <a:bodyPr>
            <a:normAutofit/>
          </a:bodyPr>
          <a:lstStyle/>
          <a:p>
            <a:pPr marL="401638" indent="-401638" algn="just">
              <a:buFont typeface="Courier New" panose="02070309020205020404" pitchFamily="49" charset="0"/>
              <a:buChar char="o"/>
            </a:pPr>
            <a:r>
              <a:rPr lang="en-US" sz="2400" dirty="0">
                <a:latin typeface="Abadi" panose="020B0604020104020204" pitchFamily="34" charset="0"/>
                <a:ea typeface="ADLaM Display" panose="02010000000000000000" pitchFamily="2" charset="0"/>
                <a:cs typeface="Arial" panose="020B0604020202020204" pitchFamily="34" charset="0"/>
              </a:rPr>
              <a:t>The act of including stakeholders in activities and communications and allowing them to contribute in a meaningful way.</a:t>
            </a:r>
          </a:p>
          <a:p>
            <a:pPr marL="401638" indent="-401638" algn="just">
              <a:buFont typeface="Courier New" panose="02070309020205020404" pitchFamily="49" charset="0"/>
              <a:buChar char="o"/>
            </a:pPr>
            <a:endParaRPr lang="en-US" sz="2400" dirty="0">
              <a:latin typeface="Abadi" panose="020B0604020104020204" pitchFamily="34" charset="0"/>
            </a:endParaRPr>
          </a:p>
        </p:txBody>
      </p:sp>
      <p:pic>
        <p:nvPicPr>
          <p:cNvPr id="4" name="Picture 3">
            <a:extLst>
              <a:ext uri="{FF2B5EF4-FFF2-40B4-BE49-F238E27FC236}">
                <a16:creationId xmlns="" xmlns:a16="http://schemas.microsoft.com/office/drawing/2014/main" id="{FCD1C49F-E75D-E468-DE80-4A1DB84D3E89}"/>
              </a:ext>
            </a:extLst>
          </p:cNvPr>
          <p:cNvPicPr>
            <a:picLocks noChangeAspect="1"/>
          </p:cNvPicPr>
          <p:nvPr/>
        </p:nvPicPr>
        <p:blipFill>
          <a:blip r:embed="rId2"/>
          <a:stretch>
            <a:fillRect/>
          </a:stretch>
        </p:blipFill>
        <p:spPr>
          <a:xfrm>
            <a:off x="3230631" y="2616230"/>
            <a:ext cx="5730737" cy="3298222"/>
          </a:xfrm>
          <a:prstGeom prst="rect">
            <a:avLst/>
          </a:prstGeom>
        </p:spPr>
      </p:pic>
    </p:spTree>
    <p:extLst>
      <p:ext uri="{BB962C8B-B14F-4D97-AF65-F5344CB8AC3E}">
        <p14:creationId xmlns:p14="http://schemas.microsoft.com/office/powerpoint/2010/main" val="400560787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D956DEE1-15C2-1264-7D00-0A9BD4777C58}"/>
            </a:ext>
          </a:extLst>
        </p:cNvPr>
        <p:cNvGrpSpPr/>
        <p:nvPr/>
      </p:nvGrpSpPr>
      <p:grpSpPr>
        <a:xfrm>
          <a:off x="0" y="0"/>
          <a:ext cx="0" cy="0"/>
          <a:chOff x="0" y="0"/>
          <a:chExt cx="0" cy="0"/>
        </a:xfrm>
      </p:grpSpPr>
      <p:sp>
        <p:nvSpPr>
          <p:cNvPr id="2" name="Title 1">
            <a:extLst>
              <a:ext uri="{FF2B5EF4-FFF2-40B4-BE49-F238E27FC236}">
                <a16:creationId xmlns="" xmlns:a16="http://schemas.microsoft.com/office/drawing/2014/main" id="{A098DC85-B3FC-70D1-3E62-9B859EFC2209}"/>
              </a:ext>
            </a:extLst>
          </p:cNvPr>
          <p:cNvSpPr>
            <a:spLocks noGrp="1"/>
          </p:cNvSpPr>
          <p:nvPr>
            <p:ph type="title"/>
          </p:nvPr>
        </p:nvSpPr>
        <p:spPr>
          <a:xfrm>
            <a:off x="1077362" y="360826"/>
            <a:ext cx="9950103" cy="1112688"/>
          </a:xfrm>
        </p:spPr>
        <p:txBody>
          <a:bodyPr>
            <a:normAutofit fontScale="90000"/>
          </a:bodyPr>
          <a:lstStyle/>
          <a:p>
            <a:pPr algn="ctr"/>
            <a:r>
              <a:rPr lang="en-US" dirty="0"/>
              <a:t>Islamic Perspective regarding Community Engagement</a:t>
            </a:r>
          </a:p>
        </p:txBody>
      </p:sp>
      <p:sp>
        <p:nvSpPr>
          <p:cNvPr id="3" name="Content Placeholder 2">
            <a:extLst>
              <a:ext uri="{FF2B5EF4-FFF2-40B4-BE49-F238E27FC236}">
                <a16:creationId xmlns="" xmlns:a16="http://schemas.microsoft.com/office/drawing/2014/main" id="{D5210386-C6AD-35BB-3F0F-698EF07BEADF}"/>
              </a:ext>
            </a:extLst>
          </p:cNvPr>
          <p:cNvSpPr>
            <a:spLocks noGrp="1"/>
          </p:cNvSpPr>
          <p:nvPr>
            <p:ph idx="1"/>
          </p:nvPr>
        </p:nvSpPr>
        <p:spPr>
          <a:xfrm>
            <a:off x="1077363" y="1706137"/>
            <a:ext cx="9861984" cy="4234693"/>
          </a:xfrm>
        </p:spPr>
        <p:txBody>
          <a:bodyPr>
            <a:normAutofit/>
          </a:bodyPr>
          <a:lstStyle/>
          <a:p>
            <a:pPr marL="401638" indent="-401638" algn="just">
              <a:buFont typeface="Courier New" panose="02070309020205020404" pitchFamily="49" charset="0"/>
              <a:buChar char="o"/>
            </a:pPr>
            <a:r>
              <a:rPr lang="en-US" sz="2400" dirty="0">
                <a:latin typeface="Abadi" panose="020B0604020104020204" pitchFamily="34" charset="0"/>
                <a:ea typeface="ADLaM Display" panose="02010000000000000000" pitchFamily="2" charset="0"/>
                <a:cs typeface="Arial" panose="020B0604020202020204" pitchFamily="34" charset="0"/>
              </a:rPr>
              <a:t>Islamic emphasis on social welfare and justice.</a:t>
            </a:r>
          </a:p>
          <a:p>
            <a:pPr marL="401638" indent="-401638" algn="just">
              <a:buFont typeface="Courier New" panose="02070309020205020404" pitchFamily="49" charset="0"/>
              <a:buChar char="o"/>
            </a:pPr>
            <a:r>
              <a:rPr lang="en-US" sz="2400" dirty="0">
                <a:latin typeface="Abadi" panose="020B0604020104020204" pitchFamily="34" charset="0"/>
                <a:ea typeface="ADLaM Display" panose="02010000000000000000" pitchFamily="2" charset="0"/>
                <a:cs typeface="Arial" panose="020B0604020202020204" pitchFamily="34" charset="0"/>
              </a:rPr>
              <a:t>The Quran and Hadith emphasize helping neighbors, supporting the needy, and working for the collective good. The Prophet Muhammad (PBUH) said: </a:t>
            </a:r>
            <a:r>
              <a:rPr lang="en-US" sz="2400" i="1" dirty="0">
                <a:latin typeface="Abadi" panose="020B0604020104020204" pitchFamily="34" charset="0"/>
                <a:ea typeface="ADLaM Display" panose="02010000000000000000" pitchFamily="2" charset="0"/>
                <a:cs typeface="Arial" panose="020B0604020202020204" pitchFamily="34" charset="0"/>
              </a:rPr>
              <a:t>"The best of people are those who bring the most benefit to others."</a:t>
            </a:r>
            <a:r>
              <a:rPr lang="en-US" sz="2400" dirty="0">
                <a:latin typeface="Abadi" panose="020B0604020104020204" pitchFamily="34" charset="0"/>
                <a:ea typeface="ADLaM Display" panose="02010000000000000000" pitchFamily="2" charset="0"/>
                <a:cs typeface="Arial" panose="020B0604020202020204" pitchFamily="34" charset="0"/>
              </a:rPr>
              <a:t> (Hadith, </a:t>
            </a:r>
            <a:r>
              <a:rPr lang="en-US" sz="2400" dirty="0" err="1">
                <a:latin typeface="Abadi" panose="020B0604020104020204" pitchFamily="34" charset="0"/>
                <a:ea typeface="ADLaM Display" panose="02010000000000000000" pitchFamily="2" charset="0"/>
                <a:cs typeface="Arial" panose="020B0604020202020204" pitchFamily="34" charset="0"/>
              </a:rPr>
              <a:t>Musnad</a:t>
            </a:r>
            <a:r>
              <a:rPr lang="en-US" sz="2400" dirty="0">
                <a:latin typeface="Abadi" panose="020B0604020104020204" pitchFamily="34" charset="0"/>
                <a:ea typeface="ADLaM Display" panose="02010000000000000000" pitchFamily="2" charset="0"/>
                <a:cs typeface="Arial" panose="020B0604020202020204" pitchFamily="34" charset="0"/>
              </a:rPr>
              <a:t> Ahmad)</a:t>
            </a:r>
          </a:p>
        </p:txBody>
      </p:sp>
    </p:spTree>
    <p:extLst>
      <p:ext uri="{BB962C8B-B14F-4D97-AF65-F5344CB8AC3E}">
        <p14:creationId xmlns:p14="http://schemas.microsoft.com/office/powerpoint/2010/main" val="225791062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8F81FE6E-2317-C65A-0174-880244566F86}"/>
            </a:ext>
          </a:extLst>
        </p:cNvPr>
        <p:cNvGrpSpPr/>
        <p:nvPr/>
      </p:nvGrpSpPr>
      <p:grpSpPr>
        <a:xfrm>
          <a:off x="0" y="0"/>
          <a:ext cx="0" cy="0"/>
          <a:chOff x="0" y="0"/>
          <a:chExt cx="0" cy="0"/>
        </a:xfrm>
      </p:grpSpPr>
      <p:sp>
        <p:nvSpPr>
          <p:cNvPr id="7" name="Rectangle 6">
            <a:extLst>
              <a:ext uri="{FF2B5EF4-FFF2-40B4-BE49-F238E27FC236}">
                <a16:creationId xmlns="" xmlns:a16="http://schemas.microsoft.com/office/drawing/2014/main" id="{AFED3530-C696-FFE4-1C4B-29F6B31B9462}"/>
              </a:ext>
            </a:extLst>
          </p:cNvPr>
          <p:cNvSpPr/>
          <p:nvPr/>
        </p:nvSpPr>
        <p:spPr>
          <a:xfrm>
            <a:off x="0" y="3781618"/>
            <a:ext cx="12192000" cy="3066586"/>
          </a:xfrm>
          <a:prstGeom prst="rect">
            <a:avLst/>
          </a:prstGeom>
          <a:solidFill>
            <a:schemeClr val="accent4">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 xmlns:a16="http://schemas.microsoft.com/office/drawing/2014/main" id="{FEEC0549-E8C6-E9FC-C1BE-902EF6389299}"/>
              </a:ext>
            </a:extLst>
          </p:cNvPr>
          <p:cNvSpPr/>
          <p:nvPr/>
        </p:nvSpPr>
        <p:spPr>
          <a:xfrm>
            <a:off x="0" y="0"/>
            <a:ext cx="12192000" cy="3066586"/>
          </a:xfrm>
          <a:prstGeom prst="rect">
            <a:avLst/>
          </a:prstGeom>
          <a:solidFill>
            <a:schemeClr val="accent4">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Content Placeholder 3" descr="A colorful hexagons with white text&#10;&#10;Description automatically generated">
            <a:extLst>
              <a:ext uri="{FF2B5EF4-FFF2-40B4-BE49-F238E27FC236}">
                <a16:creationId xmlns="" xmlns:a16="http://schemas.microsoft.com/office/drawing/2014/main" id="{B1D9B534-0028-58FF-F823-CED8336BB55C}"/>
              </a:ext>
            </a:extLst>
          </p:cNvPr>
          <p:cNvPicPr>
            <a:picLocks noChangeAspect="1"/>
          </p:cNvPicPr>
          <p:nvPr/>
        </p:nvPicPr>
        <p:blipFill>
          <a:blip r:embed="rId2"/>
          <a:stretch>
            <a:fillRect/>
          </a:stretch>
        </p:blipFill>
        <p:spPr>
          <a:xfrm>
            <a:off x="3965139" y="3853436"/>
            <a:ext cx="3496253" cy="2922949"/>
          </a:xfrm>
          <a:prstGeom prst="rect">
            <a:avLst/>
          </a:prstGeom>
        </p:spPr>
      </p:pic>
      <p:pic>
        <p:nvPicPr>
          <p:cNvPr id="14" name="Picture 13" descr="A diagram of different types of support&#10;&#10;Description automatically generated with medium confidence">
            <a:extLst>
              <a:ext uri="{FF2B5EF4-FFF2-40B4-BE49-F238E27FC236}">
                <a16:creationId xmlns="" xmlns:a16="http://schemas.microsoft.com/office/drawing/2014/main" id="{722AF95A-0B88-1F68-44B3-B47E49E49187}"/>
              </a:ext>
            </a:extLst>
          </p:cNvPr>
          <p:cNvPicPr>
            <a:picLocks noChangeAspect="1"/>
          </p:cNvPicPr>
          <p:nvPr/>
        </p:nvPicPr>
        <p:blipFill>
          <a:blip r:embed="rId3"/>
          <a:stretch>
            <a:fillRect/>
          </a:stretch>
        </p:blipFill>
        <p:spPr>
          <a:xfrm>
            <a:off x="7699100" y="3874350"/>
            <a:ext cx="3900541" cy="2922949"/>
          </a:xfrm>
          <a:prstGeom prst="rect">
            <a:avLst/>
          </a:prstGeom>
        </p:spPr>
      </p:pic>
      <p:pic>
        <p:nvPicPr>
          <p:cNvPr id="15" name="Picture 14">
            <a:extLst>
              <a:ext uri="{FF2B5EF4-FFF2-40B4-BE49-F238E27FC236}">
                <a16:creationId xmlns="" xmlns:a16="http://schemas.microsoft.com/office/drawing/2014/main" id="{428A7219-B665-C38E-0DDC-EA64973281E0}"/>
              </a:ext>
            </a:extLst>
          </p:cNvPr>
          <p:cNvPicPr>
            <a:picLocks noChangeAspect="1"/>
          </p:cNvPicPr>
          <p:nvPr/>
        </p:nvPicPr>
        <p:blipFill>
          <a:blip r:embed="rId4"/>
          <a:stretch>
            <a:fillRect/>
          </a:stretch>
        </p:blipFill>
        <p:spPr>
          <a:xfrm>
            <a:off x="6148698" y="334180"/>
            <a:ext cx="2872179" cy="2594108"/>
          </a:xfrm>
          <a:prstGeom prst="rect">
            <a:avLst/>
          </a:prstGeom>
        </p:spPr>
      </p:pic>
      <p:pic>
        <p:nvPicPr>
          <p:cNvPr id="16" name="Picture 2" descr="A two ambulances on a road&#10;&#10;Description automatically generated">
            <a:extLst>
              <a:ext uri="{FF2B5EF4-FFF2-40B4-BE49-F238E27FC236}">
                <a16:creationId xmlns="" xmlns:a16="http://schemas.microsoft.com/office/drawing/2014/main" id="{52380819-602A-6BC5-95EA-BFC75AEA08F2}"/>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1" r="3355" b="8463"/>
          <a:stretch/>
        </p:blipFill>
        <p:spPr bwMode="auto">
          <a:xfrm>
            <a:off x="3198391" y="317273"/>
            <a:ext cx="2835509" cy="2594108"/>
          </a:xfrm>
          <a:prstGeom prst="rect">
            <a:avLst/>
          </a:prstGeom>
          <a:noFill/>
          <a:extLst>
            <a:ext uri="{909E8E84-426E-40DD-AFC4-6F175D3DCCD1}">
              <a14:hiddenFill xmlns:a14="http://schemas.microsoft.com/office/drawing/2010/main">
                <a:solidFill>
                  <a:srgbClr val="FFFFFF"/>
                </a:solidFill>
              </a14:hiddenFill>
            </a:ext>
          </a:extLst>
        </p:spPr>
      </p:pic>
      <p:pic>
        <p:nvPicPr>
          <p:cNvPr id="17" name="Picture 16" descr="A logo for a foundation&#10;&#10;Description automatically generated">
            <a:extLst>
              <a:ext uri="{FF2B5EF4-FFF2-40B4-BE49-F238E27FC236}">
                <a16:creationId xmlns="" xmlns:a16="http://schemas.microsoft.com/office/drawing/2014/main" id="{DE355BA9-C843-AC70-5C15-F22C53ADFE98}"/>
              </a:ext>
            </a:extLst>
          </p:cNvPr>
          <p:cNvPicPr>
            <a:picLocks noChangeAspect="1"/>
          </p:cNvPicPr>
          <p:nvPr/>
        </p:nvPicPr>
        <p:blipFill>
          <a:blip r:embed="rId6"/>
          <a:srcRect l="28964" t="18374" r="32078" b="15772"/>
          <a:stretch/>
        </p:blipFill>
        <p:spPr>
          <a:xfrm>
            <a:off x="9135675" y="317273"/>
            <a:ext cx="2622763" cy="2594108"/>
          </a:xfrm>
          <a:prstGeom prst="rect">
            <a:avLst/>
          </a:prstGeom>
        </p:spPr>
      </p:pic>
      <p:sp>
        <p:nvSpPr>
          <p:cNvPr id="18" name="Title 1">
            <a:extLst>
              <a:ext uri="{FF2B5EF4-FFF2-40B4-BE49-F238E27FC236}">
                <a16:creationId xmlns="" xmlns:a16="http://schemas.microsoft.com/office/drawing/2014/main" id="{33DA10B7-4CFB-6D5C-9938-FF8EBBECCBED}"/>
              </a:ext>
            </a:extLst>
          </p:cNvPr>
          <p:cNvSpPr>
            <a:spLocks noGrp="1"/>
          </p:cNvSpPr>
          <p:nvPr>
            <p:ph type="title"/>
          </p:nvPr>
        </p:nvSpPr>
        <p:spPr>
          <a:xfrm>
            <a:off x="220625" y="3133985"/>
            <a:ext cx="11856146" cy="606826"/>
          </a:xfrm>
        </p:spPr>
        <p:txBody>
          <a:bodyPr vert="horz" lIns="91440" tIns="45720" rIns="91440" bIns="45720" rtlCol="0" anchor="t">
            <a:normAutofit/>
          </a:bodyPr>
          <a:lstStyle/>
          <a:p>
            <a:pPr algn="ctr">
              <a:lnSpc>
                <a:spcPct val="100000"/>
              </a:lnSpc>
            </a:pPr>
            <a:r>
              <a:rPr lang="en-US" sz="2500" dirty="0"/>
              <a:t>Community Engagement in Pakistan</a:t>
            </a:r>
          </a:p>
        </p:txBody>
      </p:sp>
      <p:pic>
        <p:nvPicPr>
          <p:cNvPr id="19" name="Picture 8">
            <a:extLst>
              <a:ext uri="{FF2B5EF4-FFF2-40B4-BE49-F238E27FC236}">
                <a16:creationId xmlns="" xmlns:a16="http://schemas.microsoft.com/office/drawing/2014/main" id="{CBF3D994-8ECF-B08B-E196-7296CADCACAE}"/>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354204" y="159979"/>
            <a:ext cx="3994926" cy="2097336"/>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a:extLst>
              <a:ext uri="{FF2B5EF4-FFF2-40B4-BE49-F238E27FC236}">
                <a16:creationId xmlns="" xmlns:a16="http://schemas.microsoft.com/office/drawing/2014/main" id="{535F0D67-00D3-C4C9-53CD-A23BC3588481}"/>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27589" y="3874349"/>
            <a:ext cx="3299842" cy="282367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546228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4355DEFD-B1B6-F11F-5E7B-8A6479B567C5}"/>
            </a:ext>
          </a:extLst>
        </p:cNvPr>
        <p:cNvGrpSpPr/>
        <p:nvPr/>
      </p:nvGrpSpPr>
      <p:grpSpPr>
        <a:xfrm>
          <a:off x="0" y="0"/>
          <a:ext cx="0" cy="0"/>
          <a:chOff x="0" y="0"/>
          <a:chExt cx="0" cy="0"/>
        </a:xfrm>
      </p:grpSpPr>
      <p:sp>
        <p:nvSpPr>
          <p:cNvPr id="2" name="Title 1">
            <a:extLst>
              <a:ext uri="{FF2B5EF4-FFF2-40B4-BE49-F238E27FC236}">
                <a16:creationId xmlns="" xmlns:a16="http://schemas.microsoft.com/office/drawing/2014/main" id="{8892E0D4-D082-C70C-F63C-81FAE958C95D}"/>
              </a:ext>
            </a:extLst>
          </p:cNvPr>
          <p:cNvSpPr>
            <a:spLocks noGrp="1"/>
          </p:cNvSpPr>
          <p:nvPr>
            <p:ph type="title"/>
          </p:nvPr>
        </p:nvSpPr>
        <p:spPr>
          <a:xfrm>
            <a:off x="1077362" y="360826"/>
            <a:ext cx="9950103" cy="1112688"/>
          </a:xfrm>
        </p:spPr>
        <p:txBody>
          <a:bodyPr/>
          <a:lstStyle/>
          <a:p>
            <a:r>
              <a:rPr lang="en-US" dirty="0"/>
              <a:t>Citizenship </a:t>
            </a:r>
          </a:p>
        </p:txBody>
      </p:sp>
      <p:sp>
        <p:nvSpPr>
          <p:cNvPr id="3" name="Content Placeholder 2">
            <a:extLst>
              <a:ext uri="{FF2B5EF4-FFF2-40B4-BE49-F238E27FC236}">
                <a16:creationId xmlns="" xmlns:a16="http://schemas.microsoft.com/office/drawing/2014/main" id="{3E46CF34-5ED5-E8CE-1E34-9E97CC0B9726}"/>
              </a:ext>
            </a:extLst>
          </p:cNvPr>
          <p:cNvSpPr>
            <a:spLocks noGrp="1"/>
          </p:cNvSpPr>
          <p:nvPr>
            <p:ph idx="1"/>
          </p:nvPr>
        </p:nvSpPr>
        <p:spPr>
          <a:xfrm>
            <a:off x="1077363" y="1706137"/>
            <a:ext cx="9861984" cy="4234693"/>
          </a:xfrm>
        </p:spPr>
        <p:txBody>
          <a:bodyPr>
            <a:normAutofit fontScale="92500"/>
          </a:bodyPr>
          <a:lstStyle/>
          <a:p>
            <a:pPr marL="401638" indent="-401638" algn="just">
              <a:buFont typeface="Courier New" panose="02070309020205020404" pitchFamily="49" charset="0"/>
              <a:buChar char="o"/>
            </a:pPr>
            <a:r>
              <a:rPr lang="en-US" sz="2400" dirty="0">
                <a:latin typeface="Abadi" panose="020B0604020104020204" pitchFamily="34" charset="0"/>
                <a:ea typeface="ADLaM Display" panose="02010000000000000000" pitchFamily="2" charset="0"/>
                <a:cs typeface="Arial" panose="020B0604020202020204" pitchFamily="34" charset="0"/>
              </a:rPr>
              <a:t>Citizenship refers to the legal and social relationship between an individual and a state or nation. It encompasses certain rights, responsibilities, and privileges granted by the state to the individual, and in return, the individual owes allegiance and fulfills duties toward the state. Citizenship is often tied to a sense of belonging and cultural or national identity. </a:t>
            </a:r>
          </a:p>
          <a:p>
            <a:pPr marL="401638" indent="-401638" algn="just">
              <a:buFont typeface="Courier New" panose="02070309020205020404" pitchFamily="49" charset="0"/>
              <a:buChar char="o"/>
            </a:pPr>
            <a:r>
              <a:rPr lang="en-US" sz="2400" dirty="0">
                <a:latin typeface="Abadi" panose="020B0604020104020204" pitchFamily="34" charset="0"/>
                <a:ea typeface="ADLaM Display" panose="02010000000000000000" pitchFamily="2" charset="0"/>
                <a:cs typeface="Arial" panose="020B0604020202020204" pitchFamily="34" charset="0"/>
              </a:rPr>
              <a:t>Islamic Concept: Ummah emphasizes shared faith, justice, and welfare.</a:t>
            </a:r>
          </a:p>
          <a:p>
            <a:pPr marL="401638" indent="-401638" algn="just">
              <a:buFont typeface="Courier New" panose="02070309020205020404" pitchFamily="49" charset="0"/>
              <a:buChar char="o"/>
            </a:pPr>
            <a:r>
              <a:rPr lang="en-US" sz="2400" dirty="0">
                <a:latin typeface="Abadi" panose="020B0604020104020204" pitchFamily="34" charset="0"/>
                <a:ea typeface="ADLaM Display" panose="02010000000000000000" pitchFamily="2" charset="0"/>
                <a:cs typeface="Arial" panose="020B0604020202020204" pitchFamily="34" charset="0"/>
              </a:rPr>
              <a:t>Pakistan: Citizenship Act of 1951 defines legal and moral duties.</a:t>
            </a:r>
          </a:p>
          <a:p>
            <a:pPr marL="803275" indent="-401638" algn="just">
              <a:buFont typeface="Wingdings" panose="05000000000000000000" pitchFamily="2" charset="2"/>
              <a:buChar char="ü"/>
            </a:pPr>
            <a:r>
              <a:rPr lang="en-US" sz="2400" dirty="0">
                <a:latin typeface="Abadi" panose="020B0604020104020204" pitchFamily="34" charset="0"/>
                <a:ea typeface="ADLaM Display" panose="02010000000000000000" pitchFamily="2" charset="0"/>
                <a:cs typeface="Arial" panose="020B0604020202020204" pitchFamily="34" charset="0"/>
              </a:rPr>
              <a:t>Voting is an Islamic and civic responsibility. </a:t>
            </a:r>
          </a:p>
          <a:p>
            <a:pPr marL="803275" indent="-401638" algn="just">
              <a:buFont typeface="Wingdings" panose="05000000000000000000" pitchFamily="2" charset="2"/>
              <a:buChar char="ü"/>
            </a:pPr>
            <a:r>
              <a:rPr lang="en-US" sz="2400" dirty="0">
                <a:latin typeface="Abadi" panose="020B0604020104020204" pitchFamily="34" charset="0"/>
                <a:ea typeface="ADLaM Display" panose="02010000000000000000" pitchFamily="2" charset="0"/>
                <a:cs typeface="Arial" panose="020B0604020202020204" pitchFamily="34" charset="0"/>
              </a:rPr>
              <a:t>Paying Zakat and taxes ensures economic and social welfare.</a:t>
            </a:r>
          </a:p>
        </p:txBody>
      </p:sp>
    </p:spTree>
    <p:extLst>
      <p:ext uri="{BB962C8B-B14F-4D97-AF65-F5344CB8AC3E}">
        <p14:creationId xmlns:p14="http://schemas.microsoft.com/office/powerpoint/2010/main" val="356579573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814C0874-1600-BF5A-90FE-CA36E2EC0BAE}"/>
            </a:ext>
          </a:extLst>
        </p:cNvPr>
        <p:cNvGrpSpPr/>
        <p:nvPr/>
      </p:nvGrpSpPr>
      <p:grpSpPr>
        <a:xfrm>
          <a:off x="0" y="0"/>
          <a:ext cx="0" cy="0"/>
          <a:chOff x="0" y="0"/>
          <a:chExt cx="0" cy="0"/>
        </a:xfrm>
      </p:grpSpPr>
      <p:sp>
        <p:nvSpPr>
          <p:cNvPr id="2" name="Title 1">
            <a:extLst>
              <a:ext uri="{FF2B5EF4-FFF2-40B4-BE49-F238E27FC236}">
                <a16:creationId xmlns="" xmlns:a16="http://schemas.microsoft.com/office/drawing/2014/main" id="{524B2112-9B57-0AE0-AFF2-9C6FFE981B29}"/>
              </a:ext>
            </a:extLst>
          </p:cNvPr>
          <p:cNvSpPr>
            <a:spLocks noGrp="1"/>
          </p:cNvSpPr>
          <p:nvPr>
            <p:ph type="title"/>
          </p:nvPr>
        </p:nvSpPr>
        <p:spPr>
          <a:xfrm>
            <a:off x="1077362" y="360826"/>
            <a:ext cx="9950103" cy="1112688"/>
          </a:xfrm>
        </p:spPr>
        <p:txBody>
          <a:bodyPr/>
          <a:lstStyle/>
          <a:p>
            <a:r>
              <a:rPr lang="en-US" dirty="0"/>
              <a:t>Civic Duty (Mandatory) </a:t>
            </a:r>
          </a:p>
        </p:txBody>
      </p:sp>
      <p:sp>
        <p:nvSpPr>
          <p:cNvPr id="3" name="Content Placeholder 2">
            <a:extLst>
              <a:ext uri="{FF2B5EF4-FFF2-40B4-BE49-F238E27FC236}">
                <a16:creationId xmlns="" xmlns:a16="http://schemas.microsoft.com/office/drawing/2014/main" id="{CD97375F-239B-0C99-CE81-A3B0C71F8DF2}"/>
              </a:ext>
            </a:extLst>
          </p:cNvPr>
          <p:cNvSpPr>
            <a:spLocks noGrp="1"/>
          </p:cNvSpPr>
          <p:nvPr>
            <p:ph idx="1"/>
          </p:nvPr>
        </p:nvSpPr>
        <p:spPr>
          <a:xfrm>
            <a:off x="1077363" y="1706137"/>
            <a:ext cx="9861984" cy="4234693"/>
          </a:xfrm>
        </p:spPr>
        <p:txBody>
          <a:bodyPr>
            <a:normAutofit lnSpcReduction="10000"/>
          </a:bodyPr>
          <a:lstStyle/>
          <a:p>
            <a:pPr marL="401638" indent="-401638" algn="just">
              <a:buFont typeface="Courier New" panose="02070309020205020404" pitchFamily="49" charset="0"/>
              <a:buChar char="o"/>
            </a:pPr>
            <a:r>
              <a:rPr lang="en-US" sz="2400" dirty="0">
                <a:latin typeface="Abadi" panose="020B0604020104020204" pitchFamily="34" charset="0"/>
                <a:ea typeface="ADLaM Display" panose="02010000000000000000" pitchFamily="2" charset="0"/>
                <a:cs typeface="Arial" panose="020B0604020202020204" pitchFamily="34" charset="0"/>
              </a:rPr>
              <a:t>A civic duty is a legal obligation or mandatory requirement for citizens to follow, enforced by law. </a:t>
            </a:r>
          </a:p>
          <a:p>
            <a:pPr marL="401638" indent="-401638" algn="just">
              <a:buFont typeface="Courier New" panose="02070309020205020404" pitchFamily="49" charset="0"/>
              <a:buChar char="o"/>
            </a:pPr>
            <a:r>
              <a:rPr lang="en-US" sz="2400" dirty="0">
                <a:latin typeface="Abadi" panose="020B0604020104020204" pitchFamily="34" charset="0"/>
                <a:ea typeface="ADLaM Display" panose="02010000000000000000" pitchFamily="2" charset="0"/>
                <a:cs typeface="Arial" panose="020B0604020202020204" pitchFamily="34" charset="0"/>
              </a:rPr>
              <a:t>Civic duties are vital because they ensure the orderly functioning of society and uphold the rule of law. </a:t>
            </a:r>
          </a:p>
          <a:p>
            <a:pPr marL="401638" indent="-401638" algn="just">
              <a:buFont typeface="Courier New" panose="02070309020205020404" pitchFamily="49" charset="0"/>
              <a:buChar char="o"/>
            </a:pPr>
            <a:r>
              <a:rPr lang="en-US" sz="2400" b="1" u="sng" dirty="0">
                <a:latin typeface="Abadi" panose="020B0604020104020204" pitchFamily="34" charset="0"/>
                <a:ea typeface="ADLaM Display" panose="02010000000000000000" pitchFamily="2" charset="0"/>
                <a:cs typeface="Arial" panose="020B0604020202020204" pitchFamily="34" charset="0"/>
              </a:rPr>
              <a:t>Failure </a:t>
            </a:r>
            <a:r>
              <a:rPr lang="en-US" sz="2400" dirty="0">
                <a:latin typeface="Abadi" panose="020B0604020104020204" pitchFamily="34" charset="0"/>
                <a:ea typeface="ADLaM Display" panose="02010000000000000000" pitchFamily="2" charset="0"/>
                <a:cs typeface="Arial" panose="020B0604020202020204" pitchFamily="34" charset="0"/>
              </a:rPr>
              <a:t>to fulfill these duties can lead to </a:t>
            </a:r>
            <a:r>
              <a:rPr lang="en-US" sz="2400" u="sng" dirty="0">
                <a:latin typeface="Abadi" panose="020B0604020104020204" pitchFamily="34" charset="0"/>
                <a:ea typeface="ADLaM Display" panose="02010000000000000000" pitchFamily="2" charset="0"/>
                <a:cs typeface="Arial" panose="020B0604020202020204" pitchFamily="34" charset="0"/>
              </a:rPr>
              <a:t>legal penalties</a:t>
            </a:r>
            <a:r>
              <a:rPr lang="en-US" sz="2400" dirty="0">
                <a:latin typeface="Abadi" panose="020B0604020104020204" pitchFamily="34" charset="0"/>
                <a:ea typeface="ADLaM Display" panose="02010000000000000000" pitchFamily="2" charset="0"/>
                <a:cs typeface="Arial" panose="020B0604020202020204" pitchFamily="34" charset="0"/>
              </a:rPr>
              <a:t>, disrupting the stability and integrity of the social and governmental systems.</a:t>
            </a:r>
          </a:p>
          <a:p>
            <a:pPr marL="401638" indent="-401638" algn="just">
              <a:buFont typeface="Courier New" panose="02070309020205020404" pitchFamily="49" charset="0"/>
              <a:buChar char="o"/>
            </a:pPr>
            <a:r>
              <a:rPr lang="en-US" sz="2400" b="1" dirty="0">
                <a:latin typeface="Abadi" panose="020B0604020104020204" pitchFamily="34" charset="0"/>
                <a:ea typeface="ADLaM Display" panose="02010000000000000000" pitchFamily="2" charset="0"/>
                <a:cs typeface="Arial" panose="020B0604020202020204" pitchFamily="34" charset="0"/>
              </a:rPr>
              <a:t>Examples: </a:t>
            </a:r>
            <a:r>
              <a:rPr lang="en-US" sz="2400" b="1" u="sng" dirty="0">
                <a:latin typeface="Abadi" panose="020B0604020104020204" pitchFamily="34" charset="0"/>
                <a:ea typeface="ADLaM Display" panose="02010000000000000000" pitchFamily="2" charset="0"/>
                <a:cs typeface="Arial" panose="020B0604020202020204" pitchFamily="34" charset="0"/>
              </a:rPr>
              <a:t>Obeying the law </a:t>
            </a:r>
            <a:r>
              <a:rPr lang="en-US" sz="2400" dirty="0">
                <a:latin typeface="Abadi" panose="020B0604020104020204" pitchFamily="34" charset="0"/>
                <a:ea typeface="ADLaM Display" panose="02010000000000000000" pitchFamily="2" charset="0"/>
                <a:cs typeface="Arial" panose="020B0604020202020204" pitchFamily="34" charset="0"/>
              </a:rPr>
              <a:t>to maintain social order, </a:t>
            </a:r>
            <a:r>
              <a:rPr lang="en-US" sz="2400" b="1" u="sng" dirty="0">
                <a:latin typeface="Abadi" panose="020B0604020104020204" pitchFamily="34" charset="0"/>
                <a:ea typeface="ADLaM Display" panose="02010000000000000000" pitchFamily="2" charset="0"/>
                <a:cs typeface="Arial" panose="020B0604020202020204" pitchFamily="34" charset="0"/>
              </a:rPr>
              <a:t>paying taxes </a:t>
            </a:r>
            <a:r>
              <a:rPr lang="en-US" sz="2400" dirty="0">
                <a:latin typeface="Abadi" panose="020B0604020104020204" pitchFamily="34" charset="0"/>
                <a:ea typeface="ADLaM Display" panose="02010000000000000000" pitchFamily="2" charset="0"/>
                <a:cs typeface="Arial" panose="020B0604020202020204" pitchFamily="34" charset="0"/>
              </a:rPr>
              <a:t>for public services and infrastructure, and </a:t>
            </a:r>
            <a:r>
              <a:rPr lang="en-US" sz="2400" b="1" u="sng" dirty="0">
                <a:latin typeface="Abadi" panose="020B0604020104020204" pitchFamily="34" charset="0"/>
                <a:ea typeface="ADLaM Display" panose="02010000000000000000" pitchFamily="2" charset="0"/>
                <a:cs typeface="Arial" panose="020B0604020202020204" pitchFamily="34" charset="0"/>
              </a:rPr>
              <a:t>Jury duty </a:t>
            </a:r>
            <a:r>
              <a:rPr lang="en-US" sz="2400" dirty="0">
                <a:latin typeface="Abadi" panose="020B0604020104020204" pitchFamily="34" charset="0"/>
                <a:ea typeface="ADLaM Display" panose="02010000000000000000" pitchFamily="2" charset="0"/>
                <a:cs typeface="Arial" panose="020B0604020202020204" pitchFamily="34" charset="0"/>
              </a:rPr>
              <a:t>in democratic nations for judicial participation.</a:t>
            </a:r>
            <a:endParaRPr lang="en-US" sz="2400" dirty="0"/>
          </a:p>
        </p:txBody>
      </p:sp>
    </p:spTree>
    <p:extLst>
      <p:ext uri="{BB962C8B-B14F-4D97-AF65-F5344CB8AC3E}">
        <p14:creationId xmlns:p14="http://schemas.microsoft.com/office/powerpoint/2010/main" val="139421330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13B6D733-AD81-7712-04B2-735B93E00296}"/>
            </a:ext>
          </a:extLst>
        </p:cNvPr>
        <p:cNvGrpSpPr/>
        <p:nvPr/>
      </p:nvGrpSpPr>
      <p:grpSpPr>
        <a:xfrm>
          <a:off x="0" y="0"/>
          <a:ext cx="0" cy="0"/>
          <a:chOff x="0" y="0"/>
          <a:chExt cx="0" cy="0"/>
        </a:xfrm>
      </p:grpSpPr>
      <p:sp>
        <p:nvSpPr>
          <p:cNvPr id="2" name="Title 1">
            <a:extLst>
              <a:ext uri="{FF2B5EF4-FFF2-40B4-BE49-F238E27FC236}">
                <a16:creationId xmlns="" xmlns:a16="http://schemas.microsoft.com/office/drawing/2014/main" id="{039201F4-7F2E-3AA4-72E5-942DF9D6AA53}"/>
              </a:ext>
            </a:extLst>
          </p:cNvPr>
          <p:cNvSpPr>
            <a:spLocks noGrp="1"/>
          </p:cNvSpPr>
          <p:nvPr>
            <p:ph type="title"/>
          </p:nvPr>
        </p:nvSpPr>
        <p:spPr>
          <a:xfrm>
            <a:off x="1077362" y="360826"/>
            <a:ext cx="9950103" cy="1112688"/>
          </a:xfrm>
        </p:spPr>
        <p:txBody>
          <a:bodyPr/>
          <a:lstStyle/>
          <a:p>
            <a:r>
              <a:rPr lang="en-US" dirty="0"/>
              <a:t>Civic Responsibility (Voluntary) </a:t>
            </a:r>
          </a:p>
        </p:txBody>
      </p:sp>
      <p:sp>
        <p:nvSpPr>
          <p:cNvPr id="3" name="Content Placeholder 2">
            <a:extLst>
              <a:ext uri="{FF2B5EF4-FFF2-40B4-BE49-F238E27FC236}">
                <a16:creationId xmlns="" xmlns:a16="http://schemas.microsoft.com/office/drawing/2014/main" id="{78155C06-FD1D-CE90-7940-B7A8A8D4D562}"/>
              </a:ext>
            </a:extLst>
          </p:cNvPr>
          <p:cNvSpPr>
            <a:spLocks noGrp="1"/>
          </p:cNvSpPr>
          <p:nvPr>
            <p:ph idx="1"/>
          </p:nvPr>
        </p:nvSpPr>
        <p:spPr>
          <a:xfrm>
            <a:off x="1077363" y="1706137"/>
            <a:ext cx="9861984" cy="4234693"/>
          </a:xfrm>
        </p:spPr>
        <p:txBody>
          <a:bodyPr>
            <a:normAutofit/>
          </a:bodyPr>
          <a:lstStyle/>
          <a:p>
            <a:pPr marL="401638" indent="-401638" algn="just">
              <a:buFont typeface="Courier New" panose="02070309020205020404" pitchFamily="49" charset="0"/>
              <a:buChar char="o"/>
            </a:pPr>
            <a:r>
              <a:rPr lang="en-US" sz="2400" dirty="0">
                <a:latin typeface="Abadi" panose="020B0604020104020204" pitchFamily="34" charset="0"/>
                <a:ea typeface="ADLaM Display" panose="02010000000000000000" pitchFamily="2" charset="0"/>
                <a:cs typeface="Arial" panose="020B0604020202020204" pitchFamily="34" charset="0"/>
              </a:rPr>
              <a:t>A civic responsibility is a voluntary act or moral obligation that benefits the community and promotes the common good. It is not legally enforced but is essential for a healthy society. </a:t>
            </a:r>
          </a:p>
          <a:p>
            <a:pPr marL="401638" indent="-401638" algn="just">
              <a:buFont typeface="Courier New" panose="02070309020205020404" pitchFamily="49" charset="0"/>
              <a:buChar char="o"/>
            </a:pPr>
            <a:r>
              <a:rPr lang="en-US" sz="2400" dirty="0">
                <a:latin typeface="Abadi" panose="020B0604020104020204" pitchFamily="34" charset="0"/>
                <a:ea typeface="ADLaM Display" panose="02010000000000000000" pitchFamily="2" charset="0"/>
                <a:cs typeface="Arial" panose="020B0604020202020204" pitchFamily="34" charset="0"/>
              </a:rPr>
              <a:t>Neglecting these responsibilities may not have immediate legal consequences but can lead to societal stagnation and a lack of communal harmony and growth.</a:t>
            </a:r>
          </a:p>
          <a:p>
            <a:pPr marL="401638" indent="-401638" algn="just">
              <a:buFont typeface="Courier New" panose="02070309020205020404" pitchFamily="49" charset="0"/>
              <a:buChar char="o"/>
            </a:pPr>
            <a:r>
              <a:rPr lang="en-US" sz="2400" b="1" dirty="0">
                <a:latin typeface="Abadi" panose="020B0604020104020204" pitchFamily="34" charset="0"/>
                <a:ea typeface="ADLaM Display" panose="02010000000000000000" pitchFamily="2" charset="0"/>
                <a:cs typeface="Arial" panose="020B0604020202020204" pitchFamily="34" charset="0"/>
              </a:rPr>
              <a:t>Examples: </a:t>
            </a:r>
            <a:r>
              <a:rPr lang="en-US" sz="2400" dirty="0">
                <a:latin typeface="Abadi" panose="020B0604020104020204" pitchFamily="34" charset="0"/>
                <a:ea typeface="ADLaM Display" panose="02010000000000000000" pitchFamily="2" charset="0"/>
                <a:cs typeface="Arial" panose="020B0604020202020204" pitchFamily="34" charset="0"/>
              </a:rPr>
              <a:t>Voting to elect just leaders, volunteering for societal growth, and staying informed about policies and societal changes.</a:t>
            </a:r>
            <a:endParaRPr lang="en-US" sz="2400" dirty="0"/>
          </a:p>
        </p:txBody>
      </p:sp>
    </p:spTree>
    <p:extLst>
      <p:ext uri="{BB962C8B-B14F-4D97-AF65-F5344CB8AC3E}">
        <p14:creationId xmlns:p14="http://schemas.microsoft.com/office/powerpoint/2010/main" val="146431805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27B7F25E-51CB-4D95-F259-529BA059551F}"/>
            </a:ext>
          </a:extLst>
        </p:cNvPr>
        <p:cNvGrpSpPr/>
        <p:nvPr/>
      </p:nvGrpSpPr>
      <p:grpSpPr>
        <a:xfrm>
          <a:off x="0" y="0"/>
          <a:ext cx="0" cy="0"/>
          <a:chOff x="0" y="0"/>
          <a:chExt cx="0" cy="0"/>
        </a:xfrm>
      </p:grpSpPr>
      <p:sp>
        <p:nvSpPr>
          <p:cNvPr id="2" name="Title 1">
            <a:extLst>
              <a:ext uri="{FF2B5EF4-FFF2-40B4-BE49-F238E27FC236}">
                <a16:creationId xmlns="" xmlns:a16="http://schemas.microsoft.com/office/drawing/2014/main" id="{FD518675-D7CC-F5D6-7157-BDC0E5DF72C2}"/>
              </a:ext>
            </a:extLst>
          </p:cNvPr>
          <p:cNvSpPr>
            <a:spLocks noGrp="1"/>
          </p:cNvSpPr>
          <p:nvPr>
            <p:ph type="title"/>
          </p:nvPr>
        </p:nvSpPr>
        <p:spPr>
          <a:xfrm>
            <a:off x="1077362" y="360826"/>
            <a:ext cx="9950103" cy="1112688"/>
          </a:xfrm>
        </p:spPr>
        <p:txBody>
          <a:bodyPr/>
          <a:lstStyle/>
          <a:p>
            <a:pPr algn="ctr"/>
            <a:r>
              <a:rPr lang="en-US" dirty="0"/>
              <a:t>Tools of Community Need Assessment </a:t>
            </a:r>
          </a:p>
        </p:txBody>
      </p:sp>
      <p:pic>
        <p:nvPicPr>
          <p:cNvPr id="7" name="Picture 6">
            <a:extLst>
              <a:ext uri="{FF2B5EF4-FFF2-40B4-BE49-F238E27FC236}">
                <a16:creationId xmlns="" xmlns:a16="http://schemas.microsoft.com/office/drawing/2014/main" id="{F1A27F4C-FA80-1996-EDEC-4B39DCECA176}"/>
              </a:ext>
            </a:extLst>
          </p:cNvPr>
          <p:cNvPicPr>
            <a:picLocks noChangeAspect="1"/>
          </p:cNvPicPr>
          <p:nvPr/>
        </p:nvPicPr>
        <p:blipFill>
          <a:blip r:embed="rId2"/>
          <a:stretch>
            <a:fillRect/>
          </a:stretch>
        </p:blipFill>
        <p:spPr>
          <a:xfrm>
            <a:off x="1701941" y="2252406"/>
            <a:ext cx="8788118" cy="2607856"/>
          </a:xfrm>
          <a:prstGeom prst="rect">
            <a:avLst/>
          </a:prstGeom>
        </p:spPr>
      </p:pic>
    </p:spTree>
    <p:extLst>
      <p:ext uri="{BB962C8B-B14F-4D97-AF65-F5344CB8AC3E}">
        <p14:creationId xmlns:p14="http://schemas.microsoft.com/office/powerpoint/2010/main" val="60318927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3D696544-9050-ECE9-4DE7-A542741D7A43}"/>
            </a:ext>
          </a:extLst>
        </p:cNvPr>
        <p:cNvGrpSpPr/>
        <p:nvPr/>
      </p:nvGrpSpPr>
      <p:grpSpPr>
        <a:xfrm>
          <a:off x="0" y="0"/>
          <a:ext cx="0" cy="0"/>
          <a:chOff x="0" y="0"/>
          <a:chExt cx="0" cy="0"/>
        </a:xfrm>
      </p:grpSpPr>
      <p:sp>
        <p:nvSpPr>
          <p:cNvPr id="2" name="Title 1">
            <a:extLst>
              <a:ext uri="{FF2B5EF4-FFF2-40B4-BE49-F238E27FC236}">
                <a16:creationId xmlns="" xmlns:a16="http://schemas.microsoft.com/office/drawing/2014/main" id="{E82B7473-1F44-FB28-8C97-423930CDD3D2}"/>
              </a:ext>
            </a:extLst>
          </p:cNvPr>
          <p:cNvSpPr>
            <a:spLocks noGrp="1"/>
          </p:cNvSpPr>
          <p:nvPr>
            <p:ph type="title"/>
          </p:nvPr>
        </p:nvSpPr>
        <p:spPr>
          <a:xfrm>
            <a:off x="1077362" y="360826"/>
            <a:ext cx="9950103" cy="1112688"/>
          </a:xfrm>
        </p:spPr>
        <p:txBody>
          <a:bodyPr/>
          <a:lstStyle/>
          <a:p>
            <a:r>
              <a:rPr lang="en-US" dirty="0"/>
              <a:t>Community Meeting (Town Hall or Public Forum)</a:t>
            </a:r>
          </a:p>
        </p:txBody>
      </p:sp>
      <p:sp>
        <p:nvSpPr>
          <p:cNvPr id="3" name="Content Placeholder 2">
            <a:extLst>
              <a:ext uri="{FF2B5EF4-FFF2-40B4-BE49-F238E27FC236}">
                <a16:creationId xmlns="" xmlns:a16="http://schemas.microsoft.com/office/drawing/2014/main" id="{60C9337D-AB4F-3EBB-75B1-5FC18BCA98C5}"/>
              </a:ext>
            </a:extLst>
          </p:cNvPr>
          <p:cNvSpPr>
            <a:spLocks noGrp="1"/>
          </p:cNvSpPr>
          <p:nvPr>
            <p:ph idx="1"/>
          </p:nvPr>
        </p:nvSpPr>
        <p:spPr>
          <a:xfrm>
            <a:off x="1077363" y="1706137"/>
            <a:ext cx="9795076" cy="4234693"/>
          </a:xfrm>
        </p:spPr>
        <p:txBody>
          <a:bodyPr>
            <a:normAutofit/>
          </a:bodyPr>
          <a:lstStyle/>
          <a:p>
            <a:pPr marL="401638" indent="-401638" algn="just">
              <a:buFont typeface="Courier New" panose="02070309020205020404" pitchFamily="49" charset="0"/>
              <a:buChar char="o"/>
            </a:pPr>
            <a:r>
              <a:rPr lang="en-US" sz="2400" dirty="0">
                <a:latin typeface="Abadi" panose="020B0604020104020204" pitchFamily="34" charset="0"/>
                <a:ea typeface="ADLaM Display" panose="02010000000000000000" pitchFamily="2" charset="0"/>
                <a:cs typeface="Arial" panose="020B0604020202020204" pitchFamily="34" charset="0"/>
              </a:rPr>
              <a:t>A community meeting is an informal public gathering that brings together community members to discuss issues, voice concerns, and express preferences for community priorities.</a:t>
            </a:r>
          </a:p>
          <a:p>
            <a:pPr marL="401638" indent="-401638" algn="just">
              <a:buFont typeface="Courier New" panose="02070309020205020404" pitchFamily="49" charset="0"/>
              <a:buChar char="o"/>
            </a:pPr>
            <a:r>
              <a:rPr lang="en-US" sz="2400" dirty="0">
                <a:latin typeface="Abadi" panose="020B0604020104020204" pitchFamily="34" charset="0"/>
                <a:ea typeface="ADLaM Display" panose="02010000000000000000" pitchFamily="2" charset="0"/>
                <a:cs typeface="Arial" panose="020B0604020202020204" pitchFamily="34" charset="0"/>
              </a:rPr>
              <a:t>Ideally, a respected local individual or community organization representative serves as the facilitator (having clear goal), , especially in cases of cultural or language barriers.</a:t>
            </a:r>
          </a:p>
          <a:p>
            <a:pPr marL="401638" indent="-401638" algn="just">
              <a:buFont typeface="Courier New" panose="02070309020205020404" pitchFamily="49" charset="0"/>
              <a:buChar char="o"/>
            </a:pPr>
            <a:endParaRPr lang="en-US" sz="2400" dirty="0">
              <a:latin typeface="Abadi" panose="020B0604020104020204" pitchFamily="34" charset="0"/>
              <a:ea typeface="ADLaM Display" panose="02010000000000000000" pitchFamily="2" charset="0"/>
              <a:cs typeface="Arial" panose="020B0604020202020204" pitchFamily="34" charset="0"/>
            </a:endParaRPr>
          </a:p>
        </p:txBody>
      </p:sp>
    </p:spTree>
    <p:extLst>
      <p:ext uri="{BB962C8B-B14F-4D97-AF65-F5344CB8AC3E}">
        <p14:creationId xmlns:p14="http://schemas.microsoft.com/office/powerpoint/2010/main" val="372267861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9F8F8EA7-E4FD-EF59-13B1-6C4AD23ABA9D}"/>
            </a:ext>
          </a:extLst>
        </p:cNvPr>
        <p:cNvGrpSpPr/>
        <p:nvPr/>
      </p:nvGrpSpPr>
      <p:grpSpPr>
        <a:xfrm>
          <a:off x="0" y="0"/>
          <a:ext cx="0" cy="0"/>
          <a:chOff x="0" y="0"/>
          <a:chExt cx="0" cy="0"/>
        </a:xfrm>
      </p:grpSpPr>
      <p:sp>
        <p:nvSpPr>
          <p:cNvPr id="2" name="Title 1">
            <a:extLst>
              <a:ext uri="{FF2B5EF4-FFF2-40B4-BE49-F238E27FC236}">
                <a16:creationId xmlns="" xmlns:a16="http://schemas.microsoft.com/office/drawing/2014/main" id="{D57B558B-5799-5E98-B6EC-0DF20AF6361D}"/>
              </a:ext>
            </a:extLst>
          </p:cNvPr>
          <p:cNvSpPr>
            <a:spLocks noGrp="1"/>
          </p:cNvSpPr>
          <p:nvPr>
            <p:ph type="title"/>
          </p:nvPr>
        </p:nvSpPr>
        <p:spPr>
          <a:xfrm>
            <a:off x="1077362" y="360826"/>
            <a:ext cx="9950103" cy="1112688"/>
          </a:xfrm>
        </p:spPr>
        <p:txBody>
          <a:bodyPr>
            <a:normAutofit fontScale="90000"/>
          </a:bodyPr>
          <a:lstStyle/>
          <a:p>
            <a:pPr algn="ctr"/>
            <a:r>
              <a:rPr lang="en-US" dirty="0"/>
              <a:t>Community Meeting (Town Hall or Public Forum)</a:t>
            </a:r>
            <a:br>
              <a:rPr lang="en-US" dirty="0"/>
            </a:br>
            <a:r>
              <a:rPr lang="en-US" dirty="0"/>
              <a:t>Advantages and Challenges </a:t>
            </a:r>
          </a:p>
        </p:txBody>
      </p:sp>
      <p:sp>
        <p:nvSpPr>
          <p:cNvPr id="3" name="Content Placeholder 2">
            <a:extLst>
              <a:ext uri="{FF2B5EF4-FFF2-40B4-BE49-F238E27FC236}">
                <a16:creationId xmlns="" xmlns:a16="http://schemas.microsoft.com/office/drawing/2014/main" id="{2B00A35E-9CA0-22C1-F861-9DE43DF82172}"/>
              </a:ext>
            </a:extLst>
          </p:cNvPr>
          <p:cNvSpPr>
            <a:spLocks noGrp="1"/>
          </p:cNvSpPr>
          <p:nvPr>
            <p:ph idx="1"/>
          </p:nvPr>
        </p:nvSpPr>
        <p:spPr>
          <a:xfrm>
            <a:off x="1077363" y="1706137"/>
            <a:ext cx="9795076" cy="4234693"/>
          </a:xfrm>
        </p:spPr>
        <p:txBody>
          <a:bodyPr numCol="1">
            <a:normAutofit fontScale="85000" lnSpcReduction="20000"/>
          </a:bodyPr>
          <a:lstStyle/>
          <a:p>
            <a:pPr marL="0" indent="0" algn="just">
              <a:buNone/>
            </a:pPr>
            <a:r>
              <a:rPr lang="en-US" sz="2800" b="1" dirty="0">
                <a:latin typeface="Abadi" panose="020B0604020104020204" pitchFamily="34" charset="0"/>
                <a:ea typeface="ADLaM Display" panose="02010000000000000000" pitchFamily="2" charset="0"/>
                <a:cs typeface="Arial" panose="020B0604020202020204" pitchFamily="34" charset="0"/>
              </a:rPr>
              <a:t>Advantages </a:t>
            </a:r>
          </a:p>
          <a:p>
            <a:pPr marL="401638" indent="-401638" algn="just" defTabSz="869950">
              <a:buFont typeface="Courier New" panose="02070309020205020404" pitchFamily="49" charset="0"/>
              <a:buChar char="o"/>
            </a:pPr>
            <a:r>
              <a:rPr lang="en-US" sz="2400" dirty="0">
                <a:latin typeface="Abadi" panose="020B0604020104020204" pitchFamily="34" charset="0"/>
                <a:ea typeface="ADLaM Display" panose="02010000000000000000" pitchFamily="2" charset="0"/>
                <a:cs typeface="Arial" panose="020B0604020202020204" pitchFamily="34" charset="0"/>
              </a:rPr>
              <a:t>Advantages Encourages diverse   perspectives and collaboration.</a:t>
            </a:r>
          </a:p>
          <a:p>
            <a:pPr marL="401638" indent="-401638" algn="just">
              <a:buFont typeface="Courier New" panose="02070309020205020404" pitchFamily="49" charset="0"/>
              <a:buChar char="o"/>
            </a:pPr>
            <a:r>
              <a:rPr lang="en-US" sz="2400" dirty="0">
                <a:latin typeface="Abadi" panose="020B0604020104020204" pitchFamily="34" charset="0"/>
                <a:ea typeface="ADLaM Display" panose="02010000000000000000" pitchFamily="2" charset="0"/>
                <a:cs typeface="Arial" panose="020B0604020202020204" pitchFamily="34" charset="0"/>
              </a:rPr>
              <a:t>Engages large groups and identifies community leaders. </a:t>
            </a:r>
          </a:p>
          <a:p>
            <a:pPr marL="401638" indent="-401638" algn="just">
              <a:buFont typeface="Courier New" panose="02070309020205020404" pitchFamily="49" charset="0"/>
              <a:buChar char="o"/>
            </a:pPr>
            <a:r>
              <a:rPr lang="en-US" sz="2400" dirty="0">
                <a:latin typeface="Abadi" panose="020B0604020104020204" pitchFamily="34" charset="0"/>
                <a:ea typeface="ADLaM Display" panose="02010000000000000000" pitchFamily="2" charset="0"/>
                <a:cs typeface="Arial" panose="020B0604020202020204" pitchFamily="34" charset="0"/>
              </a:rPr>
              <a:t>Highlights key issues and explores solutions.</a:t>
            </a:r>
          </a:p>
          <a:p>
            <a:pPr marL="401638" indent="-401638" algn="just">
              <a:buFont typeface="Courier New" panose="02070309020205020404" pitchFamily="49" charset="0"/>
              <a:buChar char="o"/>
            </a:pPr>
            <a:endParaRPr lang="en-US" sz="2400" dirty="0">
              <a:latin typeface="Abadi" panose="020B0604020104020204" pitchFamily="34" charset="0"/>
              <a:ea typeface="ADLaM Display" panose="02010000000000000000" pitchFamily="2" charset="0"/>
              <a:cs typeface="Arial" panose="020B0604020202020204" pitchFamily="34" charset="0"/>
            </a:endParaRPr>
          </a:p>
          <a:p>
            <a:pPr marL="0" indent="0" algn="just">
              <a:buNone/>
            </a:pPr>
            <a:r>
              <a:rPr lang="en-US" sz="2800" b="1" dirty="0">
                <a:latin typeface="Abadi" panose="020B0604020104020204" pitchFamily="34" charset="0"/>
                <a:ea typeface="ADLaM Display" panose="02010000000000000000" pitchFamily="2" charset="0"/>
                <a:cs typeface="Arial" panose="020B0604020202020204" pitchFamily="34" charset="0"/>
              </a:rPr>
              <a:t>Challenges </a:t>
            </a:r>
          </a:p>
          <a:p>
            <a:pPr marL="623888" indent="-401638" algn="just">
              <a:buFont typeface="Courier New" panose="02070309020205020404" pitchFamily="49" charset="0"/>
              <a:buChar char="o"/>
            </a:pPr>
            <a:r>
              <a:rPr lang="en-US" sz="2400" dirty="0">
                <a:latin typeface="Abadi" panose="020B0604020104020204" pitchFamily="34" charset="0"/>
                <a:ea typeface="ADLaM Display" panose="02010000000000000000" pitchFamily="2" charset="0"/>
                <a:cs typeface="Arial" panose="020B0604020202020204" pitchFamily="34" charset="0"/>
              </a:rPr>
              <a:t>Maintaining a comfortable, focused environment.</a:t>
            </a:r>
          </a:p>
          <a:p>
            <a:pPr marL="623888" indent="-401638" algn="just">
              <a:buFont typeface="Courier New" panose="02070309020205020404" pitchFamily="49" charset="0"/>
              <a:buChar char="o"/>
            </a:pPr>
            <a:r>
              <a:rPr lang="en-US" sz="2400" dirty="0">
                <a:latin typeface="Abadi" panose="020B0604020104020204" pitchFamily="34" charset="0"/>
                <a:ea typeface="ADLaM Display" panose="02010000000000000000" pitchFamily="2" charset="0"/>
                <a:cs typeface="Arial" panose="020B0604020202020204" pitchFamily="34" charset="0"/>
              </a:rPr>
              <a:t>Social constraints (ender disparities, power dynamics,</a:t>
            </a:r>
          </a:p>
          <a:p>
            <a:pPr marL="623888" indent="-401638" algn="just">
              <a:buFont typeface="Courier New" panose="02070309020205020404" pitchFamily="49" charset="0"/>
              <a:buChar char="o"/>
            </a:pPr>
            <a:r>
              <a:rPr lang="en-US" sz="2400" dirty="0">
                <a:latin typeface="Abadi" panose="020B0604020104020204" pitchFamily="34" charset="0"/>
                <a:ea typeface="ADLaM Display" panose="02010000000000000000" pitchFamily="2" charset="0"/>
                <a:cs typeface="Arial" panose="020B0604020202020204" pitchFamily="34" charset="0"/>
              </a:rPr>
              <a:t>cultural norms) and dominance by vocal participants.</a:t>
            </a:r>
          </a:p>
        </p:txBody>
      </p:sp>
    </p:spTree>
    <p:extLst>
      <p:ext uri="{BB962C8B-B14F-4D97-AF65-F5344CB8AC3E}">
        <p14:creationId xmlns:p14="http://schemas.microsoft.com/office/powerpoint/2010/main" val="336738875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3CFA1BA6-ECEF-F2CA-1E7D-3C8C17755800}"/>
            </a:ext>
          </a:extLst>
        </p:cNvPr>
        <p:cNvGrpSpPr/>
        <p:nvPr/>
      </p:nvGrpSpPr>
      <p:grpSpPr>
        <a:xfrm>
          <a:off x="0" y="0"/>
          <a:ext cx="0" cy="0"/>
          <a:chOff x="0" y="0"/>
          <a:chExt cx="0" cy="0"/>
        </a:xfrm>
      </p:grpSpPr>
      <p:sp>
        <p:nvSpPr>
          <p:cNvPr id="2" name="Title 1">
            <a:extLst>
              <a:ext uri="{FF2B5EF4-FFF2-40B4-BE49-F238E27FC236}">
                <a16:creationId xmlns="" xmlns:a16="http://schemas.microsoft.com/office/drawing/2014/main" id="{4B17678C-223A-524C-ABCB-9A769BBC92E4}"/>
              </a:ext>
            </a:extLst>
          </p:cNvPr>
          <p:cNvSpPr>
            <a:spLocks noGrp="1"/>
          </p:cNvSpPr>
          <p:nvPr>
            <p:ph type="title"/>
          </p:nvPr>
        </p:nvSpPr>
        <p:spPr>
          <a:xfrm>
            <a:off x="1077362" y="360826"/>
            <a:ext cx="9950103" cy="1112688"/>
          </a:xfrm>
        </p:spPr>
        <p:txBody>
          <a:bodyPr>
            <a:normAutofit fontScale="90000"/>
          </a:bodyPr>
          <a:lstStyle/>
          <a:p>
            <a:pPr algn="ctr"/>
            <a:r>
              <a:rPr lang="en-US" dirty="0"/>
              <a:t>Community Meeting (Town Hall or Public Forum)</a:t>
            </a:r>
            <a:br>
              <a:rPr lang="en-US" dirty="0"/>
            </a:br>
            <a:r>
              <a:rPr lang="en-US" dirty="0"/>
              <a:t>Addressing Challenges </a:t>
            </a:r>
          </a:p>
        </p:txBody>
      </p:sp>
      <p:sp>
        <p:nvSpPr>
          <p:cNvPr id="3" name="Content Placeholder 2">
            <a:extLst>
              <a:ext uri="{FF2B5EF4-FFF2-40B4-BE49-F238E27FC236}">
                <a16:creationId xmlns="" xmlns:a16="http://schemas.microsoft.com/office/drawing/2014/main" id="{EE7C63EE-E187-53FD-D95D-72375B50B0E6}"/>
              </a:ext>
            </a:extLst>
          </p:cNvPr>
          <p:cNvSpPr>
            <a:spLocks noGrp="1"/>
          </p:cNvSpPr>
          <p:nvPr>
            <p:ph idx="1"/>
          </p:nvPr>
        </p:nvSpPr>
        <p:spPr>
          <a:xfrm>
            <a:off x="1077363" y="1706137"/>
            <a:ext cx="9795076" cy="4234693"/>
          </a:xfrm>
        </p:spPr>
        <p:txBody>
          <a:bodyPr numCol="1">
            <a:normAutofit fontScale="92500" lnSpcReduction="10000"/>
          </a:bodyPr>
          <a:lstStyle/>
          <a:p>
            <a:pPr marL="0" indent="0" algn="just">
              <a:buNone/>
            </a:pPr>
            <a:r>
              <a:rPr lang="en-US" sz="2800" b="1" dirty="0">
                <a:latin typeface="Abadi" panose="020B0604020104020204" pitchFamily="34" charset="0"/>
                <a:ea typeface="ADLaM Display" panose="02010000000000000000" pitchFamily="2" charset="0"/>
                <a:cs typeface="Arial" panose="020B0604020202020204" pitchFamily="34" charset="0"/>
              </a:rPr>
              <a:t>Tips to Address Challenges</a:t>
            </a:r>
          </a:p>
          <a:p>
            <a:pPr marL="401638" indent="-401638" algn="just">
              <a:buFont typeface="Courier New" panose="02070309020205020404" pitchFamily="49" charset="0"/>
              <a:buChar char="o"/>
            </a:pPr>
            <a:r>
              <a:rPr lang="en-US" sz="2400" dirty="0">
                <a:latin typeface="Abadi" panose="020B0604020104020204" pitchFamily="34" charset="0"/>
                <a:ea typeface="ADLaM Display" panose="02010000000000000000" pitchFamily="2" charset="0"/>
                <a:cs typeface="Arial" panose="020B0604020202020204" pitchFamily="34" charset="0"/>
              </a:rPr>
              <a:t>Involve quieter participants and monitor group dynamics.</a:t>
            </a:r>
          </a:p>
          <a:p>
            <a:pPr marL="401638" indent="-401638" algn="just">
              <a:buFont typeface="Courier New" panose="02070309020205020404" pitchFamily="49" charset="0"/>
              <a:buChar char="o"/>
            </a:pPr>
            <a:r>
              <a:rPr lang="en-US" sz="2400" dirty="0">
                <a:latin typeface="Abadi" panose="020B0604020104020204" pitchFamily="34" charset="0"/>
                <a:ea typeface="ADLaM Display" panose="02010000000000000000" pitchFamily="2" charset="0"/>
                <a:cs typeface="Arial" panose="020B0604020202020204" pitchFamily="34" charset="0"/>
              </a:rPr>
              <a:t>Use positive body language and enforce respectful communication.</a:t>
            </a:r>
          </a:p>
          <a:p>
            <a:pPr marL="401638" indent="-401638" algn="just">
              <a:buFont typeface="Courier New" panose="02070309020205020404" pitchFamily="49" charset="0"/>
              <a:buChar char="o"/>
            </a:pPr>
            <a:r>
              <a:rPr lang="en-US" sz="2400" dirty="0">
                <a:latin typeface="Abadi" panose="020B0604020104020204" pitchFamily="34" charset="0"/>
                <a:ea typeface="ADLaM Display" panose="02010000000000000000" pitchFamily="2" charset="0"/>
                <a:cs typeface="Arial" panose="020B0604020202020204" pitchFamily="34" charset="0"/>
              </a:rPr>
              <a:t>Summarize discussions to stay on topic.</a:t>
            </a:r>
          </a:p>
          <a:p>
            <a:pPr marL="0" indent="0">
              <a:buNone/>
            </a:pPr>
            <a:r>
              <a:rPr lang="en-US" sz="2800" b="1" dirty="0">
                <a:latin typeface="Abadi" panose="020B0604020104020204" pitchFamily="34" charset="0"/>
                <a:ea typeface="ADLaM Display" panose="02010000000000000000" pitchFamily="2" charset="0"/>
                <a:cs typeface="Arial" panose="020B0604020202020204" pitchFamily="34" charset="0"/>
              </a:rPr>
              <a:t>Following Up After a Community Meeting</a:t>
            </a:r>
          </a:p>
          <a:p>
            <a:pPr>
              <a:buFont typeface="Arial" panose="020B0604020202020204" pitchFamily="34" charset="0"/>
              <a:buChar char="•"/>
            </a:pPr>
            <a:r>
              <a:rPr lang="en-US" sz="2400" dirty="0">
                <a:latin typeface="Abadi" panose="020B0604020104020204" pitchFamily="34" charset="0"/>
                <a:ea typeface="ADLaM Display" panose="02010000000000000000" pitchFamily="2" charset="0"/>
                <a:cs typeface="Arial" panose="020B0604020202020204" pitchFamily="34" charset="0"/>
              </a:rPr>
              <a:t>Thank participants for their time and feedback.</a:t>
            </a:r>
          </a:p>
          <a:p>
            <a:pPr>
              <a:buFont typeface="Arial" panose="020B0604020202020204" pitchFamily="34" charset="0"/>
              <a:buChar char="•"/>
            </a:pPr>
            <a:r>
              <a:rPr lang="en-US" sz="2400" dirty="0">
                <a:latin typeface="Abadi" panose="020B0604020104020204" pitchFamily="34" charset="0"/>
                <a:ea typeface="ADLaM Display" panose="02010000000000000000" pitchFamily="2" charset="0"/>
                <a:cs typeface="Arial" panose="020B0604020202020204" pitchFamily="34" charset="0"/>
              </a:rPr>
              <a:t>Share key insights and outline next steps or action plans.</a:t>
            </a:r>
          </a:p>
          <a:p>
            <a:pPr>
              <a:buFont typeface="Arial" panose="020B0604020202020204" pitchFamily="34" charset="0"/>
              <a:buChar char="•"/>
            </a:pPr>
            <a:r>
              <a:rPr lang="en-US" sz="2400" dirty="0">
                <a:latin typeface="Abadi" panose="020B0604020104020204" pitchFamily="34" charset="0"/>
                <a:ea typeface="ADLaM Display" panose="02010000000000000000" pitchFamily="2" charset="0"/>
                <a:cs typeface="Arial" panose="020B0604020202020204" pitchFamily="34" charset="0"/>
              </a:rPr>
              <a:t>Involve key individuals to assist with identified projects or initiatives.</a:t>
            </a:r>
          </a:p>
          <a:p>
            <a:pPr marL="401638" indent="-401638" algn="just">
              <a:buFont typeface="Courier New" panose="02070309020205020404" pitchFamily="49" charset="0"/>
              <a:buChar char="o"/>
            </a:pPr>
            <a:endParaRPr lang="en-US" sz="2400" dirty="0">
              <a:latin typeface="Abadi" panose="020B0604020104020204" pitchFamily="34" charset="0"/>
              <a:ea typeface="ADLaM Display" panose="02010000000000000000" pitchFamily="2" charset="0"/>
              <a:cs typeface="Arial" panose="020B0604020202020204" pitchFamily="34" charset="0"/>
            </a:endParaRPr>
          </a:p>
        </p:txBody>
      </p:sp>
    </p:spTree>
    <p:extLst>
      <p:ext uri="{BB962C8B-B14F-4D97-AF65-F5344CB8AC3E}">
        <p14:creationId xmlns:p14="http://schemas.microsoft.com/office/powerpoint/2010/main" val="121109982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DECC2A5C-F57C-D760-E326-38647E4F2EE9}"/>
            </a:ext>
          </a:extLst>
        </p:cNvPr>
        <p:cNvGrpSpPr/>
        <p:nvPr/>
      </p:nvGrpSpPr>
      <p:grpSpPr>
        <a:xfrm>
          <a:off x="0" y="0"/>
          <a:ext cx="0" cy="0"/>
          <a:chOff x="0" y="0"/>
          <a:chExt cx="0" cy="0"/>
        </a:xfrm>
      </p:grpSpPr>
      <p:sp>
        <p:nvSpPr>
          <p:cNvPr id="2" name="Title 1">
            <a:extLst>
              <a:ext uri="{FF2B5EF4-FFF2-40B4-BE49-F238E27FC236}">
                <a16:creationId xmlns="" xmlns:a16="http://schemas.microsoft.com/office/drawing/2014/main" id="{C7274FB1-1052-C770-75AD-B0562380E54D}"/>
              </a:ext>
            </a:extLst>
          </p:cNvPr>
          <p:cNvSpPr>
            <a:spLocks noGrp="1"/>
          </p:cNvSpPr>
          <p:nvPr>
            <p:ph type="title"/>
          </p:nvPr>
        </p:nvSpPr>
        <p:spPr>
          <a:xfrm>
            <a:off x="1077362" y="360826"/>
            <a:ext cx="9950103" cy="776598"/>
          </a:xfrm>
        </p:spPr>
        <p:txBody>
          <a:bodyPr>
            <a:normAutofit/>
          </a:bodyPr>
          <a:lstStyle/>
          <a:p>
            <a:pPr algn="ctr"/>
            <a:r>
              <a:rPr lang="en-US" dirty="0"/>
              <a:t>Survey</a:t>
            </a:r>
          </a:p>
        </p:txBody>
      </p:sp>
      <p:sp>
        <p:nvSpPr>
          <p:cNvPr id="3" name="Content Placeholder 2">
            <a:extLst>
              <a:ext uri="{FF2B5EF4-FFF2-40B4-BE49-F238E27FC236}">
                <a16:creationId xmlns="" xmlns:a16="http://schemas.microsoft.com/office/drawing/2014/main" id="{67CF1899-A6B9-F940-B631-24BDA88B01A6}"/>
              </a:ext>
            </a:extLst>
          </p:cNvPr>
          <p:cNvSpPr>
            <a:spLocks noGrp="1"/>
          </p:cNvSpPr>
          <p:nvPr>
            <p:ph idx="1"/>
          </p:nvPr>
        </p:nvSpPr>
        <p:spPr>
          <a:xfrm>
            <a:off x="1077363" y="1706137"/>
            <a:ext cx="9795076" cy="4234693"/>
          </a:xfrm>
        </p:spPr>
        <p:txBody>
          <a:bodyPr numCol="1">
            <a:normAutofit/>
          </a:bodyPr>
          <a:lstStyle/>
          <a:p>
            <a:pPr marL="401638" indent="-401638" algn="just">
              <a:buFont typeface="Courier New" panose="02070309020205020404" pitchFamily="49" charset="0"/>
              <a:buChar char="o"/>
            </a:pPr>
            <a:r>
              <a:rPr lang="en-US" sz="2400" dirty="0">
                <a:latin typeface="Abadi" panose="020B0604020104020204" pitchFamily="34" charset="0"/>
                <a:ea typeface="ADLaM Display" panose="02010000000000000000" pitchFamily="2" charset="0"/>
                <a:cs typeface="Arial" panose="020B0604020202020204" pitchFamily="34" charset="0"/>
              </a:rPr>
              <a:t>A survey is a widely used tool to gather information and opinions. In community assessments, surveys help evaluate perceived strengths, weaknesses, needs, and assets. </a:t>
            </a:r>
          </a:p>
          <a:p>
            <a:pPr marL="401638" indent="-401638" algn="just">
              <a:buFont typeface="Courier New" panose="02070309020205020404" pitchFamily="49" charset="0"/>
              <a:buChar char="o"/>
            </a:pPr>
            <a:r>
              <a:rPr lang="en-US" sz="2400" dirty="0">
                <a:latin typeface="Abadi" panose="020B0604020104020204" pitchFamily="34" charset="0"/>
                <a:ea typeface="ADLaM Display" panose="02010000000000000000" pitchFamily="2" charset="0"/>
                <a:cs typeface="Arial" panose="020B0604020202020204" pitchFamily="34" charset="0"/>
              </a:rPr>
              <a:t>They can target the general population or specific groups and are conducted via email, phone, or in person.</a:t>
            </a:r>
          </a:p>
          <a:p>
            <a:pPr marL="401638" indent="-401638" algn="just">
              <a:buFont typeface="Courier New" panose="02070309020205020404" pitchFamily="49" charset="0"/>
              <a:buChar char="o"/>
            </a:pPr>
            <a:endParaRPr lang="en-US" sz="2400" dirty="0">
              <a:latin typeface="Abadi" panose="020B0604020104020204" pitchFamily="34" charset="0"/>
              <a:ea typeface="ADLaM Display" panose="02010000000000000000" pitchFamily="2" charset="0"/>
              <a:cs typeface="Arial" panose="020B0604020202020204" pitchFamily="34" charset="0"/>
            </a:endParaRPr>
          </a:p>
        </p:txBody>
      </p:sp>
    </p:spTree>
    <p:extLst>
      <p:ext uri="{BB962C8B-B14F-4D97-AF65-F5344CB8AC3E}">
        <p14:creationId xmlns:p14="http://schemas.microsoft.com/office/powerpoint/2010/main" val="147849214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E5FCB176-2A7E-C1A9-EA58-B329E10D5E49}"/>
            </a:ext>
          </a:extLst>
        </p:cNvPr>
        <p:cNvGrpSpPr/>
        <p:nvPr/>
      </p:nvGrpSpPr>
      <p:grpSpPr>
        <a:xfrm>
          <a:off x="0" y="0"/>
          <a:ext cx="0" cy="0"/>
          <a:chOff x="0" y="0"/>
          <a:chExt cx="0" cy="0"/>
        </a:xfrm>
      </p:grpSpPr>
      <p:sp>
        <p:nvSpPr>
          <p:cNvPr id="2" name="Title 1">
            <a:extLst>
              <a:ext uri="{FF2B5EF4-FFF2-40B4-BE49-F238E27FC236}">
                <a16:creationId xmlns="" xmlns:a16="http://schemas.microsoft.com/office/drawing/2014/main" id="{23C31FCA-8336-79C2-37EC-C9B8A790C125}"/>
              </a:ext>
            </a:extLst>
          </p:cNvPr>
          <p:cNvSpPr>
            <a:spLocks noGrp="1"/>
          </p:cNvSpPr>
          <p:nvPr>
            <p:ph type="title"/>
          </p:nvPr>
        </p:nvSpPr>
        <p:spPr>
          <a:xfrm>
            <a:off x="1077362" y="360826"/>
            <a:ext cx="9950103" cy="776598"/>
          </a:xfrm>
        </p:spPr>
        <p:txBody>
          <a:bodyPr>
            <a:normAutofit fontScale="90000"/>
          </a:bodyPr>
          <a:lstStyle/>
          <a:p>
            <a:pPr algn="ctr"/>
            <a:r>
              <a:rPr lang="en-US" dirty="0"/>
              <a:t>Survey </a:t>
            </a:r>
            <a:br>
              <a:rPr lang="en-US" dirty="0"/>
            </a:br>
            <a:r>
              <a:rPr lang="en-US" dirty="0"/>
              <a:t>Advantages and Challenges </a:t>
            </a:r>
          </a:p>
        </p:txBody>
      </p:sp>
      <p:sp>
        <p:nvSpPr>
          <p:cNvPr id="3" name="Content Placeholder 2">
            <a:extLst>
              <a:ext uri="{FF2B5EF4-FFF2-40B4-BE49-F238E27FC236}">
                <a16:creationId xmlns="" xmlns:a16="http://schemas.microsoft.com/office/drawing/2014/main" id="{36F5DFC7-D8BB-DC18-A6BA-C41E428F6577}"/>
              </a:ext>
            </a:extLst>
          </p:cNvPr>
          <p:cNvSpPr>
            <a:spLocks noGrp="1"/>
          </p:cNvSpPr>
          <p:nvPr>
            <p:ph idx="1"/>
          </p:nvPr>
        </p:nvSpPr>
        <p:spPr>
          <a:xfrm>
            <a:off x="1077363" y="1706137"/>
            <a:ext cx="9795076" cy="4234693"/>
          </a:xfrm>
        </p:spPr>
        <p:txBody>
          <a:bodyPr numCol="1">
            <a:normAutofit/>
          </a:bodyPr>
          <a:lstStyle/>
          <a:p>
            <a:pPr marL="0" indent="0" algn="just">
              <a:buNone/>
            </a:pPr>
            <a:r>
              <a:rPr lang="en-US" sz="2800" b="1" dirty="0">
                <a:latin typeface="Abadi" panose="020B0604020104020204" pitchFamily="34" charset="0"/>
                <a:ea typeface="ADLaM Display" panose="02010000000000000000" pitchFamily="2" charset="0"/>
                <a:cs typeface="Arial" panose="020B0604020202020204" pitchFamily="34" charset="0"/>
              </a:rPr>
              <a:t>Advantages</a:t>
            </a:r>
          </a:p>
          <a:p>
            <a:pPr marL="401638" indent="-401638" algn="just">
              <a:buFont typeface="Courier New" panose="02070309020205020404" pitchFamily="49" charset="0"/>
              <a:buChar char="o"/>
            </a:pPr>
            <a:r>
              <a:rPr lang="en-US" sz="2400" dirty="0">
                <a:latin typeface="Abadi" panose="020B0604020104020204" pitchFamily="34" charset="0"/>
                <a:ea typeface="ADLaM Display" panose="02010000000000000000" pitchFamily="2" charset="0"/>
                <a:cs typeface="Arial" panose="020B0604020202020204" pitchFamily="34" charset="0"/>
              </a:rPr>
              <a:t>Remote, repeatable, cost-effective, and anonymous, encouraging honest responses.</a:t>
            </a:r>
          </a:p>
          <a:p>
            <a:pPr marL="0" indent="0" algn="just">
              <a:buNone/>
            </a:pPr>
            <a:r>
              <a:rPr lang="en-US" sz="2800" b="1" dirty="0">
                <a:latin typeface="Abadi" panose="020B0604020104020204" pitchFamily="34" charset="0"/>
                <a:ea typeface="ADLaM Display" panose="02010000000000000000" pitchFamily="2" charset="0"/>
                <a:cs typeface="Arial" panose="020B0604020202020204" pitchFamily="34" charset="0"/>
              </a:rPr>
              <a:t>Challenges </a:t>
            </a:r>
          </a:p>
          <a:p>
            <a:pPr marL="401638" indent="-401638" algn="just">
              <a:buFont typeface="Courier New" panose="02070309020205020404" pitchFamily="49" charset="0"/>
              <a:buChar char="o"/>
            </a:pPr>
            <a:r>
              <a:rPr lang="en-US" sz="2400" dirty="0">
                <a:latin typeface="Abadi" panose="020B0604020104020204" pitchFamily="34" charset="0"/>
                <a:ea typeface="ADLaM Display" panose="02010000000000000000" pitchFamily="2" charset="0"/>
                <a:cs typeface="Arial" panose="020B0604020202020204" pitchFamily="34" charset="0"/>
              </a:rPr>
              <a:t>Challenges with respondent access, low response rates, bias, and limited effectiveness for illiterate populations or areas with poor internet.</a:t>
            </a:r>
          </a:p>
        </p:txBody>
      </p:sp>
    </p:spTree>
    <p:extLst>
      <p:ext uri="{BB962C8B-B14F-4D97-AF65-F5344CB8AC3E}">
        <p14:creationId xmlns:p14="http://schemas.microsoft.com/office/powerpoint/2010/main" val="110836768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D9589B34-8D9E-B97B-9B22-E9B3E2F4A4F0}"/>
            </a:ext>
          </a:extLst>
        </p:cNvPr>
        <p:cNvGrpSpPr/>
        <p:nvPr/>
      </p:nvGrpSpPr>
      <p:grpSpPr>
        <a:xfrm>
          <a:off x="0" y="0"/>
          <a:ext cx="0" cy="0"/>
          <a:chOff x="0" y="0"/>
          <a:chExt cx="0" cy="0"/>
        </a:xfrm>
      </p:grpSpPr>
      <p:sp>
        <p:nvSpPr>
          <p:cNvPr id="2" name="Title 1">
            <a:extLst>
              <a:ext uri="{FF2B5EF4-FFF2-40B4-BE49-F238E27FC236}">
                <a16:creationId xmlns="" xmlns:a16="http://schemas.microsoft.com/office/drawing/2014/main" id="{09FD6C5A-F6FA-EE97-F1CD-5B68F7CC7D47}"/>
              </a:ext>
            </a:extLst>
          </p:cNvPr>
          <p:cNvSpPr>
            <a:spLocks noGrp="1"/>
          </p:cNvSpPr>
          <p:nvPr>
            <p:ph type="title"/>
          </p:nvPr>
        </p:nvSpPr>
        <p:spPr>
          <a:xfrm>
            <a:off x="1077362" y="360826"/>
            <a:ext cx="9950103" cy="776598"/>
          </a:xfrm>
        </p:spPr>
        <p:txBody>
          <a:bodyPr>
            <a:normAutofit/>
          </a:bodyPr>
          <a:lstStyle/>
          <a:p>
            <a:pPr algn="ctr"/>
            <a:r>
              <a:rPr lang="en-US" dirty="0"/>
              <a:t>Interview</a:t>
            </a:r>
          </a:p>
        </p:txBody>
      </p:sp>
      <p:sp>
        <p:nvSpPr>
          <p:cNvPr id="3" name="Content Placeholder 2">
            <a:extLst>
              <a:ext uri="{FF2B5EF4-FFF2-40B4-BE49-F238E27FC236}">
                <a16:creationId xmlns="" xmlns:a16="http://schemas.microsoft.com/office/drawing/2014/main" id="{539718FE-63B0-EE95-72F2-9EC7E2F31C0D}"/>
              </a:ext>
            </a:extLst>
          </p:cNvPr>
          <p:cNvSpPr>
            <a:spLocks noGrp="1"/>
          </p:cNvSpPr>
          <p:nvPr>
            <p:ph idx="1"/>
          </p:nvPr>
        </p:nvSpPr>
        <p:spPr>
          <a:xfrm>
            <a:off x="1077363" y="1706137"/>
            <a:ext cx="9795076" cy="4234693"/>
          </a:xfrm>
        </p:spPr>
        <p:txBody>
          <a:bodyPr numCol="1">
            <a:normAutofit/>
          </a:bodyPr>
          <a:lstStyle/>
          <a:p>
            <a:pPr marL="401638" indent="-401638" algn="just">
              <a:buFont typeface="Courier New" panose="02070309020205020404" pitchFamily="49" charset="0"/>
              <a:buChar char="o"/>
            </a:pPr>
            <a:r>
              <a:rPr lang="en-US" sz="2400" dirty="0">
                <a:latin typeface="Abadi" panose="020B0604020104020204" pitchFamily="34" charset="0"/>
                <a:ea typeface="ADLaM Display" panose="02010000000000000000" pitchFamily="2" charset="0"/>
                <a:cs typeface="Arial" panose="020B0604020202020204" pitchFamily="34" charset="0"/>
              </a:rPr>
              <a:t>An interview is a one-on-one conversation between a facilitator and a community stakeholder. </a:t>
            </a:r>
          </a:p>
          <a:p>
            <a:pPr marL="401638" indent="-401638" algn="just">
              <a:buFont typeface="Courier New" panose="02070309020205020404" pitchFamily="49" charset="0"/>
              <a:buChar char="o"/>
            </a:pPr>
            <a:r>
              <a:rPr lang="en-US" sz="2400" dirty="0">
                <a:latin typeface="Abadi" panose="020B0604020104020204" pitchFamily="34" charset="0"/>
                <a:ea typeface="ADLaM Display" panose="02010000000000000000" pitchFamily="2" charset="0"/>
                <a:cs typeface="Arial" panose="020B0604020202020204" pitchFamily="34" charset="0"/>
              </a:rPr>
              <a:t>It provides in-depth insights into the respondent’s ideas and feelings. Unlike surveys, interviews allow for follow-up questions, and unlike group assessments, they offer a focused setting, encouraging the respondent to share personal opinions freely.</a:t>
            </a:r>
          </a:p>
        </p:txBody>
      </p:sp>
    </p:spTree>
    <p:extLst>
      <p:ext uri="{BB962C8B-B14F-4D97-AF65-F5344CB8AC3E}">
        <p14:creationId xmlns:p14="http://schemas.microsoft.com/office/powerpoint/2010/main" val="214720923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D8F41A9C-7C67-D6FF-A225-2AEBA9082A67}"/>
            </a:ext>
          </a:extLst>
        </p:cNvPr>
        <p:cNvGrpSpPr/>
        <p:nvPr/>
      </p:nvGrpSpPr>
      <p:grpSpPr>
        <a:xfrm>
          <a:off x="0" y="0"/>
          <a:ext cx="0" cy="0"/>
          <a:chOff x="0" y="0"/>
          <a:chExt cx="0" cy="0"/>
        </a:xfrm>
      </p:grpSpPr>
      <p:sp>
        <p:nvSpPr>
          <p:cNvPr id="2" name="Title 1">
            <a:extLst>
              <a:ext uri="{FF2B5EF4-FFF2-40B4-BE49-F238E27FC236}">
                <a16:creationId xmlns="" xmlns:a16="http://schemas.microsoft.com/office/drawing/2014/main" id="{00677048-E8DC-C6E9-AC05-CB7D1B964C9C}"/>
              </a:ext>
            </a:extLst>
          </p:cNvPr>
          <p:cNvSpPr>
            <a:spLocks noGrp="1"/>
          </p:cNvSpPr>
          <p:nvPr>
            <p:ph type="title"/>
          </p:nvPr>
        </p:nvSpPr>
        <p:spPr>
          <a:xfrm>
            <a:off x="1077362" y="360826"/>
            <a:ext cx="9950103" cy="776598"/>
          </a:xfrm>
        </p:spPr>
        <p:txBody>
          <a:bodyPr>
            <a:normAutofit fontScale="90000"/>
          </a:bodyPr>
          <a:lstStyle/>
          <a:p>
            <a:pPr algn="ctr"/>
            <a:r>
              <a:rPr lang="en-US" dirty="0"/>
              <a:t>Interview</a:t>
            </a:r>
            <a:br>
              <a:rPr lang="en-US" dirty="0"/>
            </a:br>
            <a:r>
              <a:rPr lang="en-US" dirty="0"/>
              <a:t>Advantages and Challenges </a:t>
            </a:r>
          </a:p>
        </p:txBody>
      </p:sp>
      <p:sp>
        <p:nvSpPr>
          <p:cNvPr id="3" name="Content Placeholder 2">
            <a:extLst>
              <a:ext uri="{FF2B5EF4-FFF2-40B4-BE49-F238E27FC236}">
                <a16:creationId xmlns="" xmlns:a16="http://schemas.microsoft.com/office/drawing/2014/main" id="{CA2712E7-365B-E865-817D-94BB78F0570C}"/>
              </a:ext>
            </a:extLst>
          </p:cNvPr>
          <p:cNvSpPr>
            <a:spLocks noGrp="1"/>
          </p:cNvSpPr>
          <p:nvPr>
            <p:ph idx="1"/>
          </p:nvPr>
        </p:nvSpPr>
        <p:spPr>
          <a:xfrm>
            <a:off x="1077363" y="1706137"/>
            <a:ext cx="9795076" cy="4234693"/>
          </a:xfrm>
        </p:spPr>
        <p:txBody>
          <a:bodyPr numCol="1">
            <a:normAutofit/>
          </a:bodyPr>
          <a:lstStyle/>
          <a:p>
            <a:pPr marL="0" indent="0" algn="just">
              <a:buNone/>
            </a:pPr>
            <a:r>
              <a:rPr lang="en-US" sz="2800" b="1" dirty="0">
                <a:latin typeface="Abadi" panose="020B0604020104020204" pitchFamily="34" charset="0"/>
                <a:ea typeface="ADLaM Display" panose="02010000000000000000" pitchFamily="2" charset="0"/>
                <a:cs typeface="Arial" panose="020B0604020202020204" pitchFamily="34" charset="0"/>
              </a:rPr>
              <a:t>Advantages</a:t>
            </a:r>
          </a:p>
          <a:p>
            <a:pPr marL="401638" indent="-401638" algn="just">
              <a:buFont typeface="Courier New" panose="02070309020205020404" pitchFamily="49" charset="0"/>
              <a:buChar char="o"/>
            </a:pPr>
            <a:r>
              <a:rPr lang="en-US" sz="2400" dirty="0">
                <a:latin typeface="Abadi" panose="020B0604020104020204" pitchFamily="34" charset="0"/>
                <a:ea typeface="ADLaM Display" panose="02010000000000000000" pitchFamily="2" charset="0"/>
                <a:cs typeface="Arial" panose="020B0604020202020204" pitchFamily="34" charset="0"/>
              </a:rPr>
              <a:t>Enable in-depth, flexible conversations, encourage open responses, and are effective for qualitative data, even with illiterate populations.</a:t>
            </a:r>
          </a:p>
          <a:p>
            <a:pPr marL="0" indent="0" algn="just">
              <a:buNone/>
            </a:pPr>
            <a:r>
              <a:rPr lang="en-US" sz="2800" b="1" dirty="0">
                <a:latin typeface="Abadi" panose="020B0604020104020204" pitchFamily="34" charset="0"/>
                <a:ea typeface="ADLaM Display" panose="02010000000000000000" pitchFamily="2" charset="0"/>
                <a:cs typeface="Arial" panose="020B0604020202020204" pitchFamily="34" charset="0"/>
              </a:rPr>
              <a:t>Challenges </a:t>
            </a:r>
          </a:p>
          <a:p>
            <a:pPr marL="401638" indent="-401638" algn="just">
              <a:buFont typeface="Courier New" panose="02070309020205020404" pitchFamily="49" charset="0"/>
              <a:buChar char="o"/>
            </a:pPr>
            <a:r>
              <a:rPr lang="en-US" sz="2400" dirty="0">
                <a:latin typeface="Abadi" panose="020B0604020104020204" pitchFamily="34" charset="0"/>
                <a:ea typeface="ADLaM Display" panose="02010000000000000000" pitchFamily="2" charset="0"/>
                <a:cs typeface="Arial" panose="020B0604020202020204" pitchFamily="34" charset="0"/>
              </a:rPr>
              <a:t>Time-intensive, limited to one respondent at a time, require skilled facilitators, and may face difficulty in finding participants.</a:t>
            </a:r>
          </a:p>
        </p:txBody>
      </p:sp>
    </p:spTree>
    <p:extLst>
      <p:ext uri="{BB962C8B-B14F-4D97-AF65-F5344CB8AC3E}">
        <p14:creationId xmlns:p14="http://schemas.microsoft.com/office/powerpoint/2010/main" val="25170641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B34B7A40-BFC7-87F7-DA0C-A276C75154CE}"/>
            </a:ext>
          </a:extLst>
        </p:cNvPr>
        <p:cNvGrpSpPr/>
        <p:nvPr/>
      </p:nvGrpSpPr>
      <p:grpSpPr>
        <a:xfrm>
          <a:off x="0" y="0"/>
          <a:ext cx="0" cy="0"/>
          <a:chOff x="0" y="0"/>
          <a:chExt cx="0" cy="0"/>
        </a:xfrm>
      </p:grpSpPr>
      <p:sp>
        <p:nvSpPr>
          <p:cNvPr id="2" name="Title 1">
            <a:extLst>
              <a:ext uri="{FF2B5EF4-FFF2-40B4-BE49-F238E27FC236}">
                <a16:creationId xmlns="" xmlns:a16="http://schemas.microsoft.com/office/drawing/2014/main" id="{F37854F9-D888-8605-0E01-07DD6106A974}"/>
              </a:ext>
            </a:extLst>
          </p:cNvPr>
          <p:cNvSpPr>
            <a:spLocks noGrp="1"/>
          </p:cNvSpPr>
          <p:nvPr>
            <p:ph type="title"/>
          </p:nvPr>
        </p:nvSpPr>
        <p:spPr>
          <a:xfrm>
            <a:off x="1077362" y="360826"/>
            <a:ext cx="9950103" cy="776598"/>
          </a:xfrm>
        </p:spPr>
        <p:txBody>
          <a:bodyPr>
            <a:normAutofit/>
          </a:bodyPr>
          <a:lstStyle/>
          <a:p>
            <a:pPr algn="ctr"/>
            <a:r>
              <a:rPr lang="en-US" dirty="0"/>
              <a:t>Focus Group</a:t>
            </a:r>
          </a:p>
        </p:txBody>
      </p:sp>
      <p:sp>
        <p:nvSpPr>
          <p:cNvPr id="3" name="Content Placeholder 2">
            <a:extLst>
              <a:ext uri="{FF2B5EF4-FFF2-40B4-BE49-F238E27FC236}">
                <a16:creationId xmlns="" xmlns:a16="http://schemas.microsoft.com/office/drawing/2014/main" id="{20FEBD43-A1F6-D456-001C-6569700D24E7}"/>
              </a:ext>
            </a:extLst>
          </p:cNvPr>
          <p:cNvSpPr>
            <a:spLocks noGrp="1"/>
          </p:cNvSpPr>
          <p:nvPr>
            <p:ph idx="1"/>
          </p:nvPr>
        </p:nvSpPr>
        <p:spPr>
          <a:xfrm>
            <a:off x="1077363" y="1706137"/>
            <a:ext cx="9795076" cy="4234693"/>
          </a:xfrm>
        </p:spPr>
        <p:txBody>
          <a:bodyPr numCol="1">
            <a:normAutofit/>
          </a:bodyPr>
          <a:lstStyle/>
          <a:p>
            <a:pPr marL="401638" indent="-401638" algn="just">
              <a:buFont typeface="Courier New" panose="02070309020205020404" pitchFamily="49" charset="0"/>
              <a:buChar char="o"/>
            </a:pPr>
            <a:r>
              <a:rPr lang="en-US" sz="2400" dirty="0">
                <a:latin typeface="Abadi" panose="020B0604020104020204" pitchFamily="34" charset="0"/>
                <a:ea typeface="ADLaM Display" panose="02010000000000000000" pitchFamily="2" charset="0"/>
                <a:cs typeface="Arial" panose="020B0604020202020204" pitchFamily="34" charset="0"/>
              </a:rPr>
              <a:t>A focus group is a guided discussion with 6-12 diverse participants to explore opinions on community issues. </a:t>
            </a:r>
          </a:p>
          <a:p>
            <a:pPr marL="401638" indent="-401638" algn="just">
              <a:buFont typeface="Courier New" panose="02070309020205020404" pitchFamily="49" charset="0"/>
              <a:buChar char="o"/>
            </a:pPr>
            <a:r>
              <a:rPr lang="en-US" sz="2400" dirty="0">
                <a:latin typeface="Abadi" panose="020B0604020104020204" pitchFamily="34" charset="0"/>
                <a:ea typeface="ADLaM Display" panose="02010000000000000000" pitchFamily="2" charset="0"/>
                <a:cs typeface="Arial" panose="020B0604020202020204" pitchFamily="34" charset="0"/>
              </a:rPr>
              <a:t>It promotes collaboration, requires skilled facilitation, and should be held in a comfortable, private setting. </a:t>
            </a:r>
          </a:p>
          <a:p>
            <a:pPr marL="401638" indent="-401638" algn="just">
              <a:buFont typeface="Courier New" panose="02070309020205020404" pitchFamily="49" charset="0"/>
              <a:buChar char="o"/>
            </a:pPr>
            <a:r>
              <a:rPr lang="en-US" sz="2400" b="1" dirty="0">
                <a:latin typeface="Abadi" panose="020B0604020104020204" pitchFamily="34" charset="0"/>
                <a:ea typeface="ADLaM Display" panose="02010000000000000000" pitchFamily="2" charset="0"/>
                <a:cs typeface="Arial" panose="020B0604020202020204" pitchFamily="34" charset="0"/>
              </a:rPr>
              <a:t>Note: </a:t>
            </a:r>
            <a:r>
              <a:rPr lang="en-US" sz="2400" dirty="0">
                <a:latin typeface="Abadi" panose="020B0604020104020204" pitchFamily="34" charset="0"/>
                <a:ea typeface="ADLaM Display" panose="02010000000000000000" pitchFamily="2" charset="0"/>
                <a:cs typeface="Arial" panose="020B0604020202020204" pitchFamily="34" charset="0"/>
              </a:rPr>
              <a:t>Consider cultural and community factors, such as gender and age, when selecting participants.</a:t>
            </a:r>
          </a:p>
        </p:txBody>
      </p:sp>
    </p:spTree>
    <p:extLst>
      <p:ext uri="{BB962C8B-B14F-4D97-AF65-F5344CB8AC3E}">
        <p14:creationId xmlns:p14="http://schemas.microsoft.com/office/powerpoint/2010/main" val="356886668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63C35DDF-2161-52FE-30DE-A84F1FF1C30E}"/>
            </a:ext>
          </a:extLst>
        </p:cNvPr>
        <p:cNvGrpSpPr/>
        <p:nvPr/>
      </p:nvGrpSpPr>
      <p:grpSpPr>
        <a:xfrm>
          <a:off x="0" y="0"/>
          <a:ext cx="0" cy="0"/>
          <a:chOff x="0" y="0"/>
          <a:chExt cx="0" cy="0"/>
        </a:xfrm>
      </p:grpSpPr>
      <p:sp>
        <p:nvSpPr>
          <p:cNvPr id="2" name="Title 1">
            <a:extLst>
              <a:ext uri="{FF2B5EF4-FFF2-40B4-BE49-F238E27FC236}">
                <a16:creationId xmlns="" xmlns:a16="http://schemas.microsoft.com/office/drawing/2014/main" id="{551962AD-DDC1-E15C-75E1-745FC0F7EF42}"/>
              </a:ext>
            </a:extLst>
          </p:cNvPr>
          <p:cNvSpPr>
            <a:spLocks noGrp="1"/>
          </p:cNvSpPr>
          <p:nvPr>
            <p:ph type="title"/>
          </p:nvPr>
        </p:nvSpPr>
        <p:spPr>
          <a:xfrm>
            <a:off x="1077362" y="360826"/>
            <a:ext cx="9950103" cy="776598"/>
          </a:xfrm>
        </p:spPr>
        <p:txBody>
          <a:bodyPr>
            <a:normAutofit fontScale="90000"/>
          </a:bodyPr>
          <a:lstStyle/>
          <a:p>
            <a:pPr algn="ctr"/>
            <a:r>
              <a:rPr lang="en-US" dirty="0"/>
              <a:t>Focus Group</a:t>
            </a:r>
            <a:br>
              <a:rPr lang="en-US" dirty="0"/>
            </a:br>
            <a:r>
              <a:rPr lang="en-US" dirty="0"/>
              <a:t>Advantages and Challenges </a:t>
            </a:r>
          </a:p>
        </p:txBody>
      </p:sp>
      <p:sp>
        <p:nvSpPr>
          <p:cNvPr id="3" name="Content Placeholder 2">
            <a:extLst>
              <a:ext uri="{FF2B5EF4-FFF2-40B4-BE49-F238E27FC236}">
                <a16:creationId xmlns="" xmlns:a16="http://schemas.microsoft.com/office/drawing/2014/main" id="{D5E604E6-8476-1126-06ED-C68D6D8F92B6}"/>
              </a:ext>
            </a:extLst>
          </p:cNvPr>
          <p:cNvSpPr>
            <a:spLocks noGrp="1"/>
          </p:cNvSpPr>
          <p:nvPr>
            <p:ph idx="1"/>
          </p:nvPr>
        </p:nvSpPr>
        <p:spPr>
          <a:xfrm>
            <a:off x="1077363" y="1706137"/>
            <a:ext cx="9795076" cy="4234693"/>
          </a:xfrm>
        </p:spPr>
        <p:txBody>
          <a:bodyPr numCol="1">
            <a:normAutofit lnSpcReduction="10000"/>
          </a:bodyPr>
          <a:lstStyle/>
          <a:p>
            <a:pPr marL="0" indent="0" algn="just">
              <a:buNone/>
            </a:pPr>
            <a:r>
              <a:rPr lang="en-US" sz="2800" b="1" dirty="0">
                <a:latin typeface="Abadi" panose="020B0604020104020204" pitchFamily="34" charset="0"/>
                <a:ea typeface="ADLaM Display" panose="02010000000000000000" pitchFamily="2" charset="0"/>
                <a:cs typeface="Arial" panose="020B0604020202020204" pitchFamily="34" charset="0"/>
              </a:rPr>
              <a:t>Advantages</a:t>
            </a:r>
          </a:p>
          <a:p>
            <a:pPr marL="401638" indent="-401638" algn="just">
              <a:buFont typeface="Courier New" panose="02070309020205020404" pitchFamily="49" charset="0"/>
              <a:buChar char="o"/>
            </a:pPr>
            <a:r>
              <a:rPr lang="en-US" sz="2400" dirty="0">
                <a:latin typeface="Abadi" panose="020B0604020104020204" pitchFamily="34" charset="0"/>
                <a:ea typeface="ADLaM Display" panose="02010000000000000000" pitchFamily="2" charset="0"/>
                <a:cs typeface="Arial" panose="020B0604020202020204" pitchFamily="34" charset="0"/>
              </a:rPr>
              <a:t>Focus groups are quick to organize, leverage group dynamics for deeper insights, are useful for qualitative topics, and work well with illiterate populations.</a:t>
            </a:r>
          </a:p>
          <a:p>
            <a:pPr marL="0" indent="0" algn="just">
              <a:buNone/>
            </a:pPr>
            <a:r>
              <a:rPr lang="en-US" sz="2800" b="1" dirty="0">
                <a:latin typeface="Abadi" panose="020B0604020104020204" pitchFamily="34" charset="0"/>
                <a:ea typeface="ADLaM Display" panose="02010000000000000000" pitchFamily="2" charset="0"/>
                <a:cs typeface="Arial" panose="020B0604020202020204" pitchFamily="34" charset="0"/>
              </a:rPr>
              <a:t>Challenges </a:t>
            </a:r>
          </a:p>
          <a:p>
            <a:pPr marL="401638" indent="-401638" algn="just">
              <a:buFont typeface="Courier New" panose="02070309020205020404" pitchFamily="49" charset="0"/>
              <a:buChar char="o"/>
            </a:pPr>
            <a:r>
              <a:rPr lang="en-US" sz="2400" dirty="0">
                <a:latin typeface="Abadi" panose="020B0604020104020204" pitchFamily="34" charset="0"/>
                <a:ea typeface="ADLaM Display" panose="02010000000000000000" pitchFamily="2" charset="0"/>
                <a:cs typeface="Arial" panose="020B0604020202020204" pitchFamily="34" charset="0"/>
              </a:rPr>
              <a:t>Focus groups may be biased, dominated by a few participants, time-consuming to analyze, and not provide individual insights. Results might not represent the whole community, requiring more groups.</a:t>
            </a:r>
          </a:p>
        </p:txBody>
      </p:sp>
    </p:spTree>
    <p:extLst>
      <p:ext uri="{BB962C8B-B14F-4D97-AF65-F5344CB8AC3E}">
        <p14:creationId xmlns:p14="http://schemas.microsoft.com/office/powerpoint/2010/main" val="119444694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2F98AA1D-5F96-9426-BE7A-5FBC69FC77AE}"/>
            </a:ext>
          </a:extLst>
        </p:cNvPr>
        <p:cNvGrpSpPr/>
        <p:nvPr/>
      </p:nvGrpSpPr>
      <p:grpSpPr>
        <a:xfrm>
          <a:off x="0" y="0"/>
          <a:ext cx="0" cy="0"/>
          <a:chOff x="0" y="0"/>
          <a:chExt cx="0" cy="0"/>
        </a:xfrm>
      </p:grpSpPr>
      <p:sp>
        <p:nvSpPr>
          <p:cNvPr id="2" name="Title 1">
            <a:extLst>
              <a:ext uri="{FF2B5EF4-FFF2-40B4-BE49-F238E27FC236}">
                <a16:creationId xmlns="" xmlns:a16="http://schemas.microsoft.com/office/drawing/2014/main" id="{1CC2DC3A-A94A-8EE7-E265-3969597F13E3}"/>
              </a:ext>
            </a:extLst>
          </p:cNvPr>
          <p:cNvSpPr>
            <a:spLocks noGrp="1"/>
          </p:cNvSpPr>
          <p:nvPr>
            <p:ph type="title"/>
          </p:nvPr>
        </p:nvSpPr>
        <p:spPr>
          <a:xfrm>
            <a:off x="1077362" y="360826"/>
            <a:ext cx="9950103" cy="776598"/>
          </a:xfrm>
        </p:spPr>
        <p:txBody>
          <a:bodyPr>
            <a:normAutofit/>
          </a:bodyPr>
          <a:lstStyle/>
          <a:p>
            <a:pPr algn="ctr"/>
            <a:r>
              <a:rPr lang="en-US" dirty="0"/>
              <a:t>Asset Inventory</a:t>
            </a:r>
          </a:p>
        </p:txBody>
      </p:sp>
      <p:sp>
        <p:nvSpPr>
          <p:cNvPr id="3" name="Content Placeholder 2">
            <a:extLst>
              <a:ext uri="{FF2B5EF4-FFF2-40B4-BE49-F238E27FC236}">
                <a16:creationId xmlns="" xmlns:a16="http://schemas.microsoft.com/office/drawing/2014/main" id="{F40E9B8F-6EF1-1CA6-1E5F-610F39105CEC}"/>
              </a:ext>
            </a:extLst>
          </p:cNvPr>
          <p:cNvSpPr>
            <a:spLocks noGrp="1"/>
          </p:cNvSpPr>
          <p:nvPr>
            <p:ph idx="1"/>
          </p:nvPr>
        </p:nvSpPr>
        <p:spPr>
          <a:xfrm>
            <a:off x="1077363" y="1706137"/>
            <a:ext cx="9795076" cy="4234693"/>
          </a:xfrm>
        </p:spPr>
        <p:txBody>
          <a:bodyPr numCol="1">
            <a:normAutofit/>
          </a:bodyPr>
          <a:lstStyle/>
          <a:p>
            <a:pPr marL="401638" indent="-401638" algn="just">
              <a:buFont typeface="Courier New" panose="02070309020205020404" pitchFamily="49" charset="0"/>
              <a:buChar char="o"/>
            </a:pPr>
            <a:r>
              <a:rPr lang="en-US" sz="2400" dirty="0">
                <a:latin typeface="Abadi" panose="020B0604020104020204" pitchFamily="34" charset="0"/>
                <a:ea typeface="ADLaM Display" panose="02010000000000000000" pitchFamily="2" charset="0"/>
                <a:cs typeface="Arial" panose="020B0604020202020204" pitchFamily="34" charset="0"/>
              </a:rPr>
              <a:t>An asset inventory identifies valuable resources in a community, such as people, institutions, services, and physical spaces. Participants document and analyze these assets, which helps explore how they can work together to drive positive change.</a:t>
            </a:r>
          </a:p>
        </p:txBody>
      </p:sp>
    </p:spTree>
    <p:extLst>
      <p:ext uri="{BB962C8B-B14F-4D97-AF65-F5344CB8AC3E}">
        <p14:creationId xmlns:p14="http://schemas.microsoft.com/office/powerpoint/2010/main" val="201906378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FBB8485D-00C6-6197-CE6C-3EA08F351875}"/>
            </a:ext>
          </a:extLst>
        </p:cNvPr>
        <p:cNvGrpSpPr/>
        <p:nvPr/>
      </p:nvGrpSpPr>
      <p:grpSpPr>
        <a:xfrm>
          <a:off x="0" y="0"/>
          <a:ext cx="0" cy="0"/>
          <a:chOff x="0" y="0"/>
          <a:chExt cx="0" cy="0"/>
        </a:xfrm>
      </p:grpSpPr>
      <p:sp>
        <p:nvSpPr>
          <p:cNvPr id="2" name="Title 1">
            <a:extLst>
              <a:ext uri="{FF2B5EF4-FFF2-40B4-BE49-F238E27FC236}">
                <a16:creationId xmlns="" xmlns:a16="http://schemas.microsoft.com/office/drawing/2014/main" id="{592BFD82-3906-B439-BDE4-4B2E40D29CDA}"/>
              </a:ext>
            </a:extLst>
          </p:cNvPr>
          <p:cNvSpPr>
            <a:spLocks noGrp="1"/>
          </p:cNvSpPr>
          <p:nvPr>
            <p:ph type="title"/>
          </p:nvPr>
        </p:nvSpPr>
        <p:spPr>
          <a:xfrm>
            <a:off x="1077362" y="360826"/>
            <a:ext cx="9950103" cy="776598"/>
          </a:xfrm>
        </p:spPr>
        <p:txBody>
          <a:bodyPr>
            <a:normAutofit fontScale="90000"/>
          </a:bodyPr>
          <a:lstStyle/>
          <a:p>
            <a:pPr algn="ctr"/>
            <a:r>
              <a:rPr lang="en-US" dirty="0"/>
              <a:t>Asset Inventory</a:t>
            </a:r>
            <a:br>
              <a:rPr lang="en-US" dirty="0"/>
            </a:br>
            <a:r>
              <a:rPr lang="en-US" dirty="0"/>
              <a:t>Advantages and Challenges </a:t>
            </a:r>
          </a:p>
        </p:txBody>
      </p:sp>
      <p:sp>
        <p:nvSpPr>
          <p:cNvPr id="3" name="Content Placeholder 2">
            <a:extLst>
              <a:ext uri="{FF2B5EF4-FFF2-40B4-BE49-F238E27FC236}">
                <a16:creationId xmlns="" xmlns:a16="http://schemas.microsoft.com/office/drawing/2014/main" id="{16803117-9952-9B8D-BD45-B6B23FD9E02E}"/>
              </a:ext>
            </a:extLst>
          </p:cNvPr>
          <p:cNvSpPr>
            <a:spLocks noGrp="1"/>
          </p:cNvSpPr>
          <p:nvPr>
            <p:ph idx="1"/>
          </p:nvPr>
        </p:nvSpPr>
        <p:spPr>
          <a:xfrm>
            <a:off x="1077363" y="1706137"/>
            <a:ext cx="9795076" cy="4234693"/>
          </a:xfrm>
        </p:spPr>
        <p:txBody>
          <a:bodyPr numCol="1">
            <a:normAutofit/>
          </a:bodyPr>
          <a:lstStyle/>
          <a:p>
            <a:pPr marL="0" indent="0" algn="just">
              <a:buNone/>
            </a:pPr>
            <a:r>
              <a:rPr lang="en-US" sz="2800" b="1" dirty="0">
                <a:latin typeface="Abadi" panose="020B0604020104020204" pitchFamily="34" charset="0"/>
                <a:ea typeface="ADLaM Display" panose="02010000000000000000" pitchFamily="2" charset="0"/>
                <a:cs typeface="Arial" panose="020B0604020202020204" pitchFamily="34" charset="0"/>
              </a:rPr>
              <a:t>Advantages</a:t>
            </a:r>
          </a:p>
          <a:p>
            <a:pPr marL="401638" indent="-401638" algn="just">
              <a:buFont typeface="Courier New" panose="02070309020205020404" pitchFamily="49" charset="0"/>
              <a:buChar char="o"/>
            </a:pPr>
            <a:r>
              <a:rPr lang="en-US" sz="2400" dirty="0">
                <a:latin typeface="Abadi" panose="020B0604020104020204" pitchFamily="34" charset="0"/>
                <a:ea typeface="ADLaM Display" panose="02010000000000000000" pitchFamily="2" charset="0"/>
                <a:cs typeface="Arial" panose="020B0604020202020204" pitchFamily="34" charset="0"/>
              </a:rPr>
              <a:t>Maximizes resources, fosters inclusive networks, identifies community interests, and can be reused. </a:t>
            </a:r>
          </a:p>
          <a:p>
            <a:pPr marL="0" indent="0" algn="just">
              <a:buNone/>
            </a:pPr>
            <a:r>
              <a:rPr lang="en-US" sz="2800" b="1" dirty="0">
                <a:latin typeface="Abadi" panose="020B0604020104020204" pitchFamily="34" charset="0"/>
                <a:ea typeface="ADLaM Display" panose="02010000000000000000" pitchFamily="2" charset="0"/>
                <a:cs typeface="Arial" panose="020B0604020202020204" pitchFamily="34" charset="0"/>
              </a:rPr>
              <a:t>Challenges </a:t>
            </a:r>
          </a:p>
          <a:p>
            <a:pPr marL="401638" indent="-401638" algn="just">
              <a:buFont typeface="Courier New" panose="02070309020205020404" pitchFamily="49" charset="0"/>
              <a:buChar char="o"/>
            </a:pPr>
            <a:r>
              <a:rPr lang="en-US" sz="2400" dirty="0">
                <a:latin typeface="Abadi" panose="020B0604020104020204" pitchFamily="34" charset="0"/>
                <a:ea typeface="ADLaM Display" panose="02010000000000000000" pitchFamily="2" charset="0"/>
                <a:cs typeface="Arial" panose="020B0604020202020204" pitchFamily="34" charset="0"/>
              </a:rPr>
              <a:t>Time-consuming analysis, difficulty in organizing assets, and may overlook non-physical assets.</a:t>
            </a:r>
          </a:p>
        </p:txBody>
      </p:sp>
    </p:spTree>
    <p:extLst>
      <p:ext uri="{BB962C8B-B14F-4D97-AF65-F5344CB8AC3E}">
        <p14:creationId xmlns:p14="http://schemas.microsoft.com/office/powerpoint/2010/main" val="143074677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E4C12037-7D02-BEFB-E55F-3034781D2839}"/>
            </a:ext>
          </a:extLst>
        </p:cNvPr>
        <p:cNvGrpSpPr/>
        <p:nvPr/>
      </p:nvGrpSpPr>
      <p:grpSpPr>
        <a:xfrm>
          <a:off x="0" y="0"/>
          <a:ext cx="0" cy="0"/>
          <a:chOff x="0" y="0"/>
          <a:chExt cx="0" cy="0"/>
        </a:xfrm>
      </p:grpSpPr>
      <p:sp>
        <p:nvSpPr>
          <p:cNvPr id="2" name="Title 1">
            <a:extLst>
              <a:ext uri="{FF2B5EF4-FFF2-40B4-BE49-F238E27FC236}">
                <a16:creationId xmlns="" xmlns:a16="http://schemas.microsoft.com/office/drawing/2014/main" id="{8DC67B0C-4ECF-BC3F-B503-E497D69C4148}"/>
              </a:ext>
            </a:extLst>
          </p:cNvPr>
          <p:cNvSpPr>
            <a:spLocks noGrp="1"/>
          </p:cNvSpPr>
          <p:nvPr>
            <p:ph type="title"/>
          </p:nvPr>
        </p:nvSpPr>
        <p:spPr>
          <a:xfrm>
            <a:off x="1077362" y="360826"/>
            <a:ext cx="9950103" cy="776598"/>
          </a:xfrm>
        </p:spPr>
        <p:txBody>
          <a:bodyPr>
            <a:normAutofit/>
          </a:bodyPr>
          <a:lstStyle/>
          <a:p>
            <a:pPr algn="ctr"/>
            <a:r>
              <a:rPr lang="en-US" dirty="0"/>
              <a:t>Community Mapping</a:t>
            </a:r>
          </a:p>
        </p:txBody>
      </p:sp>
      <p:sp>
        <p:nvSpPr>
          <p:cNvPr id="3" name="Content Placeholder 2">
            <a:extLst>
              <a:ext uri="{FF2B5EF4-FFF2-40B4-BE49-F238E27FC236}">
                <a16:creationId xmlns="" xmlns:a16="http://schemas.microsoft.com/office/drawing/2014/main" id="{05CCBFDF-47B1-BBFE-E301-2320EBB7C9EF}"/>
              </a:ext>
            </a:extLst>
          </p:cNvPr>
          <p:cNvSpPr>
            <a:spLocks noGrp="1"/>
          </p:cNvSpPr>
          <p:nvPr>
            <p:ph idx="1"/>
          </p:nvPr>
        </p:nvSpPr>
        <p:spPr>
          <a:xfrm>
            <a:off x="1077363" y="1706137"/>
            <a:ext cx="9795076" cy="4234693"/>
          </a:xfrm>
        </p:spPr>
        <p:txBody>
          <a:bodyPr numCol="1">
            <a:normAutofit/>
          </a:bodyPr>
          <a:lstStyle/>
          <a:p>
            <a:pPr marL="401638" indent="-401638" algn="just">
              <a:buFont typeface="Courier New" panose="02070309020205020404" pitchFamily="49" charset="0"/>
              <a:buChar char="o"/>
            </a:pPr>
            <a:r>
              <a:rPr lang="en-US" sz="2400" dirty="0">
                <a:latin typeface="Abadi" panose="020B0604020104020204" pitchFamily="34" charset="0"/>
                <a:ea typeface="ADLaM Display" panose="02010000000000000000" pitchFamily="2" charset="0"/>
                <a:cs typeface="Arial" panose="020B0604020202020204" pitchFamily="34" charset="0"/>
              </a:rPr>
              <a:t>Community mapping reveals diverse perspectives about a community, requiring minimal resources and time. </a:t>
            </a:r>
          </a:p>
          <a:p>
            <a:pPr marL="401638" indent="-401638" algn="just">
              <a:buFont typeface="Courier New" panose="02070309020205020404" pitchFamily="49" charset="0"/>
              <a:buChar char="o"/>
            </a:pPr>
            <a:r>
              <a:rPr lang="en-US" sz="2400" dirty="0">
                <a:latin typeface="Abadi" panose="020B0604020104020204" pitchFamily="34" charset="0"/>
                <a:ea typeface="ADLaM Display" panose="02010000000000000000" pitchFamily="2" charset="0"/>
                <a:cs typeface="Arial" panose="020B0604020202020204" pitchFamily="34" charset="0"/>
              </a:rPr>
              <a:t>Participants create maps marking important places and discuss how they use community resources and barriers to access. </a:t>
            </a:r>
          </a:p>
          <a:p>
            <a:pPr marL="401638" indent="-401638" algn="just">
              <a:buFont typeface="Courier New" panose="02070309020205020404" pitchFamily="49" charset="0"/>
              <a:buChar char="o"/>
            </a:pPr>
            <a:r>
              <a:rPr lang="en-US" sz="2400" dirty="0">
                <a:latin typeface="Abadi" panose="020B0604020104020204" pitchFamily="34" charset="0"/>
                <a:ea typeface="ADLaM Display" panose="02010000000000000000" pitchFamily="2" charset="0"/>
                <a:cs typeface="Arial" panose="020B0604020202020204" pitchFamily="34" charset="0"/>
              </a:rPr>
              <a:t>This activity helps identify resource usage, perceptions of importance, and ideas for improvement.</a:t>
            </a:r>
          </a:p>
        </p:txBody>
      </p:sp>
    </p:spTree>
    <p:extLst>
      <p:ext uri="{BB962C8B-B14F-4D97-AF65-F5344CB8AC3E}">
        <p14:creationId xmlns:p14="http://schemas.microsoft.com/office/powerpoint/2010/main" val="167688149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FC756E5A-1FE6-00C8-BD4A-7CC9A900B5D2}"/>
            </a:ext>
          </a:extLst>
        </p:cNvPr>
        <p:cNvGrpSpPr/>
        <p:nvPr/>
      </p:nvGrpSpPr>
      <p:grpSpPr>
        <a:xfrm>
          <a:off x="0" y="0"/>
          <a:ext cx="0" cy="0"/>
          <a:chOff x="0" y="0"/>
          <a:chExt cx="0" cy="0"/>
        </a:xfrm>
      </p:grpSpPr>
      <p:sp>
        <p:nvSpPr>
          <p:cNvPr id="2" name="Title 1">
            <a:extLst>
              <a:ext uri="{FF2B5EF4-FFF2-40B4-BE49-F238E27FC236}">
                <a16:creationId xmlns="" xmlns:a16="http://schemas.microsoft.com/office/drawing/2014/main" id="{32049C30-2681-31BE-9CB4-49775C356E7B}"/>
              </a:ext>
            </a:extLst>
          </p:cNvPr>
          <p:cNvSpPr>
            <a:spLocks noGrp="1"/>
          </p:cNvSpPr>
          <p:nvPr>
            <p:ph type="title"/>
          </p:nvPr>
        </p:nvSpPr>
        <p:spPr>
          <a:xfrm>
            <a:off x="1077362" y="360826"/>
            <a:ext cx="9950103" cy="776598"/>
          </a:xfrm>
        </p:spPr>
        <p:txBody>
          <a:bodyPr>
            <a:normAutofit fontScale="90000"/>
          </a:bodyPr>
          <a:lstStyle/>
          <a:p>
            <a:pPr algn="ctr"/>
            <a:r>
              <a:rPr lang="en-US" dirty="0"/>
              <a:t>Community Mapping</a:t>
            </a:r>
            <a:br>
              <a:rPr lang="en-US" dirty="0"/>
            </a:br>
            <a:r>
              <a:rPr lang="en-US" dirty="0"/>
              <a:t>What to Map</a:t>
            </a:r>
          </a:p>
        </p:txBody>
      </p:sp>
      <p:sp>
        <p:nvSpPr>
          <p:cNvPr id="3" name="Content Placeholder 2">
            <a:extLst>
              <a:ext uri="{FF2B5EF4-FFF2-40B4-BE49-F238E27FC236}">
                <a16:creationId xmlns="" xmlns:a16="http://schemas.microsoft.com/office/drawing/2014/main" id="{5B85774E-EBB2-34F2-B22E-55CE1A493205}"/>
              </a:ext>
            </a:extLst>
          </p:cNvPr>
          <p:cNvSpPr>
            <a:spLocks noGrp="1"/>
          </p:cNvSpPr>
          <p:nvPr>
            <p:ph idx="1"/>
          </p:nvPr>
        </p:nvSpPr>
        <p:spPr>
          <a:xfrm>
            <a:off x="1077363" y="1706137"/>
            <a:ext cx="9795076" cy="4234693"/>
          </a:xfrm>
        </p:spPr>
        <p:txBody>
          <a:bodyPr numCol="1">
            <a:normAutofit/>
          </a:bodyPr>
          <a:lstStyle/>
          <a:p>
            <a:pPr marL="401638" indent="-401638" algn="just">
              <a:buFont typeface="Courier New" panose="02070309020205020404" pitchFamily="49" charset="0"/>
              <a:buChar char="o"/>
            </a:pPr>
            <a:r>
              <a:rPr lang="en-US" sz="2400" dirty="0">
                <a:latin typeface="Abadi" panose="020B0604020104020204" pitchFamily="34" charset="0"/>
                <a:ea typeface="ADLaM Display" panose="02010000000000000000" pitchFamily="2" charset="0"/>
                <a:cs typeface="Arial" panose="020B0604020202020204" pitchFamily="34" charset="0"/>
              </a:rPr>
              <a:t>Places of residence and importance (markets, schools, clinics, etc.)</a:t>
            </a:r>
          </a:p>
          <a:p>
            <a:pPr marL="401638" indent="-401638" algn="just">
              <a:buFont typeface="Courier New" panose="02070309020205020404" pitchFamily="49" charset="0"/>
              <a:buChar char="o"/>
            </a:pPr>
            <a:r>
              <a:rPr lang="en-US" sz="2400" dirty="0">
                <a:latin typeface="Abadi" panose="020B0604020104020204" pitchFamily="34" charset="0"/>
                <a:ea typeface="ADLaM Display" panose="02010000000000000000" pitchFamily="2" charset="0"/>
                <a:cs typeface="Arial" panose="020B0604020202020204" pitchFamily="34" charset="0"/>
              </a:rPr>
              <a:t>Frequency of visits (daily, weekly, monthly, or yearly)</a:t>
            </a:r>
          </a:p>
          <a:p>
            <a:pPr marL="401638" indent="-401638" algn="just">
              <a:buFont typeface="Courier New" panose="02070309020205020404" pitchFamily="49" charset="0"/>
              <a:buChar char="o"/>
            </a:pPr>
            <a:r>
              <a:rPr lang="en-US" sz="2400">
                <a:latin typeface="Abadi" panose="020B0604020104020204" pitchFamily="34" charset="0"/>
                <a:ea typeface="ADLaM Display" panose="02010000000000000000" pitchFamily="2" charset="0"/>
                <a:cs typeface="Arial" panose="020B0604020202020204" pitchFamily="34" charset="0"/>
              </a:rPr>
              <a:t>Places </a:t>
            </a:r>
            <a:r>
              <a:rPr lang="en-US" sz="2400" dirty="0">
                <a:latin typeface="Abadi" panose="020B0604020104020204" pitchFamily="34" charset="0"/>
                <a:ea typeface="ADLaM Display" panose="02010000000000000000" pitchFamily="2" charset="0"/>
                <a:cs typeface="Arial" panose="020B0604020202020204" pitchFamily="34" charset="0"/>
              </a:rPr>
              <a:t>enjoyed or disliked (with different colored </a:t>
            </a:r>
            <a:r>
              <a:rPr lang="en-US" sz="2400">
                <a:latin typeface="Abadi" panose="020B0604020104020204" pitchFamily="34" charset="0"/>
                <a:ea typeface="ADLaM Display" panose="02010000000000000000" pitchFamily="2" charset="0"/>
                <a:cs typeface="Arial" panose="020B0604020202020204" pitchFamily="34" charset="0"/>
              </a:rPr>
              <a:t>markers)</a:t>
            </a:r>
          </a:p>
          <a:p>
            <a:pPr marL="401638" indent="-401638" algn="just">
              <a:buFont typeface="Courier New" panose="02070309020205020404" pitchFamily="49" charset="0"/>
              <a:buChar char="o"/>
            </a:pPr>
            <a:r>
              <a:rPr lang="en-US" sz="2400">
                <a:latin typeface="Abadi" panose="020B0604020104020204" pitchFamily="34" charset="0"/>
                <a:ea typeface="ADLaM Display" panose="02010000000000000000" pitchFamily="2" charset="0"/>
                <a:cs typeface="Arial" panose="020B0604020202020204" pitchFamily="34" charset="0"/>
              </a:rPr>
              <a:t>Desired </a:t>
            </a:r>
            <a:r>
              <a:rPr lang="en-US" sz="2400" dirty="0">
                <a:latin typeface="Abadi" panose="020B0604020104020204" pitchFamily="34" charset="0"/>
                <a:ea typeface="ADLaM Display" panose="02010000000000000000" pitchFamily="2" charset="0"/>
                <a:cs typeface="Arial" panose="020B0604020202020204" pitchFamily="34" charset="0"/>
              </a:rPr>
              <a:t>additions to the community (indicated by sticky notes or paper </a:t>
            </a:r>
            <a:r>
              <a:rPr lang="en-US" sz="2400">
                <a:latin typeface="Abadi" panose="020B0604020104020204" pitchFamily="34" charset="0"/>
                <a:ea typeface="ADLaM Display" panose="02010000000000000000" pitchFamily="2" charset="0"/>
                <a:cs typeface="Arial" panose="020B0604020202020204" pitchFamily="34" charset="0"/>
              </a:rPr>
              <a:t>squares)</a:t>
            </a:r>
            <a:endParaRPr lang="en-US" sz="2400" dirty="0">
              <a:latin typeface="Abadi" panose="020B0604020104020204" pitchFamily="34" charset="0"/>
              <a:ea typeface="ADLaM Display" panose="02010000000000000000" pitchFamily="2" charset="0"/>
              <a:cs typeface="Arial" panose="020B0604020202020204" pitchFamily="34" charset="0"/>
            </a:endParaRPr>
          </a:p>
        </p:txBody>
      </p:sp>
    </p:spTree>
    <p:extLst>
      <p:ext uri="{BB962C8B-B14F-4D97-AF65-F5344CB8AC3E}">
        <p14:creationId xmlns:p14="http://schemas.microsoft.com/office/powerpoint/2010/main" val="283545541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C7D1F334-4766-638B-10A5-C0ECCC3684BB}"/>
            </a:ext>
          </a:extLst>
        </p:cNvPr>
        <p:cNvGrpSpPr/>
        <p:nvPr/>
      </p:nvGrpSpPr>
      <p:grpSpPr>
        <a:xfrm>
          <a:off x="0" y="0"/>
          <a:ext cx="0" cy="0"/>
          <a:chOff x="0" y="0"/>
          <a:chExt cx="0" cy="0"/>
        </a:xfrm>
      </p:grpSpPr>
      <p:sp>
        <p:nvSpPr>
          <p:cNvPr id="2" name="Title 1">
            <a:extLst>
              <a:ext uri="{FF2B5EF4-FFF2-40B4-BE49-F238E27FC236}">
                <a16:creationId xmlns="" xmlns:a16="http://schemas.microsoft.com/office/drawing/2014/main" id="{25E1CBCF-8B93-7B9B-A5BE-CF511BEBB68D}"/>
              </a:ext>
            </a:extLst>
          </p:cNvPr>
          <p:cNvSpPr>
            <a:spLocks noGrp="1"/>
          </p:cNvSpPr>
          <p:nvPr>
            <p:ph type="title"/>
          </p:nvPr>
        </p:nvSpPr>
        <p:spPr>
          <a:xfrm>
            <a:off x="1077362" y="360826"/>
            <a:ext cx="9950103" cy="776598"/>
          </a:xfrm>
        </p:spPr>
        <p:txBody>
          <a:bodyPr>
            <a:normAutofit fontScale="90000"/>
          </a:bodyPr>
          <a:lstStyle/>
          <a:p>
            <a:pPr algn="ctr"/>
            <a:r>
              <a:rPr lang="en-US" dirty="0"/>
              <a:t>Community Mapping</a:t>
            </a:r>
            <a:br>
              <a:rPr lang="en-US" dirty="0"/>
            </a:br>
            <a:r>
              <a:rPr lang="en-US" dirty="0"/>
              <a:t>Advantages and Challenges </a:t>
            </a:r>
          </a:p>
        </p:txBody>
      </p:sp>
      <p:sp>
        <p:nvSpPr>
          <p:cNvPr id="3" name="Content Placeholder 2">
            <a:extLst>
              <a:ext uri="{FF2B5EF4-FFF2-40B4-BE49-F238E27FC236}">
                <a16:creationId xmlns="" xmlns:a16="http://schemas.microsoft.com/office/drawing/2014/main" id="{61BC9A1A-F6DF-CC43-B7C5-F951E00B2715}"/>
              </a:ext>
            </a:extLst>
          </p:cNvPr>
          <p:cNvSpPr>
            <a:spLocks noGrp="1"/>
          </p:cNvSpPr>
          <p:nvPr>
            <p:ph idx="1"/>
          </p:nvPr>
        </p:nvSpPr>
        <p:spPr>
          <a:xfrm>
            <a:off x="1077363" y="1706137"/>
            <a:ext cx="9795076" cy="4234693"/>
          </a:xfrm>
        </p:spPr>
        <p:txBody>
          <a:bodyPr numCol="1">
            <a:normAutofit/>
          </a:bodyPr>
          <a:lstStyle/>
          <a:p>
            <a:pPr marL="0" indent="0" algn="just">
              <a:buNone/>
            </a:pPr>
            <a:r>
              <a:rPr lang="en-US" sz="2800" b="1" dirty="0">
                <a:latin typeface="Abadi" panose="020B0604020104020204" pitchFamily="34" charset="0"/>
                <a:ea typeface="ADLaM Display" panose="02010000000000000000" pitchFamily="2" charset="0"/>
                <a:cs typeface="Arial" panose="020B0604020202020204" pitchFamily="34" charset="0"/>
              </a:rPr>
              <a:t>Advantages</a:t>
            </a:r>
          </a:p>
          <a:p>
            <a:pPr marL="401638" indent="-401638" algn="just">
              <a:buFont typeface="Courier New" panose="02070309020205020404" pitchFamily="49" charset="0"/>
              <a:buChar char="o"/>
            </a:pPr>
            <a:r>
              <a:rPr lang="en-US" sz="2400" dirty="0">
                <a:latin typeface="Abadi" panose="020B0604020104020204" pitchFamily="34" charset="0"/>
                <a:ea typeface="ADLaM Display" panose="02010000000000000000" pitchFamily="2" charset="0"/>
                <a:cs typeface="Arial" panose="020B0604020202020204" pitchFamily="34" charset="0"/>
              </a:rPr>
              <a:t>Engaging and lively, encourages community improvement discussions, and can involve multiple stakeholder groups. </a:t>
            </a:r>
          </a:p>
          <a:p>
            <a:pPr marL="0" indent="0" algn="just">
              <a:buNone/>
            </a:pPr>
            <a:r>
              <a:rPr lang="en-US" sz="2800" b="1" dirty="0">
                <a:latin typeface="Abadi" panose="020B0604020104020204" pitchFamily="34" charset="0"/>
                <a:ea typeface="ADLaM Display" panose="02010000000000000000" pitchFamily="2" charset="0"/>
                <a:cs typeface="Arial" panose="020B0604020202020204" pitchFamily="34" charset="0"/>
              </a:rPr>
              <a:t>Challenges </a:t>
            </a:r>
          </a:p>
          <a:p>
            <a:pPr marL="401638" indent="-401638" algn="just">
              <a:buFont typeface="Courier New" panose="02070309020205020404" pitchFamily="49" charset="0"/>
              <a:buChar char="o"/>
            </a:pPr>
            <a:r>
              <a:rPr lang="en-US" sz="2400" dirty="0">
                <a:latin typeface="Abadi" panose="020B0604020104020204" pitchFamily="34" charset="0"/>
                <a:ea typeface="ADLaM Display" panose="02010000000000000000" pitchFamily="2" charset="0"/>
                <a:cs typeface="Arial" panose="020B0604020202020204" pitchFamily="34" charset="0"/>
              </a:rPr>
              <a:t>Difficult data analysis due to visual format, and drawing conclusions may require further assessments.</a:t>
            </a:r>
          </a:p>
        </p:txBody>
      </p:sp>
    </p:spTree>
    <p:extLst>
      <p:ext uri="{BB962C8B-B14F-4D97-AF65-F5344CB8AC3E}">
        <p14:creationId xmlns:p14="http://schemas.microsoft.com/office/powerpoint/2010/main" val="126966092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5A22D0CA-7C8E-D3EF-830F-F95CC680F9E9}"/>
            </a:ext>
          </a:extLst>
        </p:cNvPr>
        <p:cNvGrpSpPr/>
        <p:nvPr/>
      </p:nvGrpSpPr>
      <p:grpSpPr>
        <a:xfrm>
          <a:off x="0" y="0"/>
          <a:ext cx="0" cy="0"/>
          <a:chOff x="0" y="0"/>
          <a:chExt cx="0" cy="0"/>
        </a:xfrm>
      </p:grpSpPr>
      <p:sp>
        <p:nvSpPr>
          <p:cNvPr id="2" name="Title 1">
            <a:extLst>
              <a:ext uri="{FF2B5EF4-FFF2-40B4-BE49-F238E27FC236}">
                <a16:creationId xmlns="" xmlns:a16="http://schemas.microsoft.com/office/drawing/2014/main" id="{8E3DD1F2-E05F-C03A-A135-0E4DE6FBBF65}"/>
              </a:ext>
            </a:extLst>
          </p:cNvPr>
          <p:cNvSpPr>
            <a:spLocks noGrp="1"/>
          </p:cNvSpPr>
          <p:nvPr>
            <p:ph type="title"/>
          </p:nvPr>
        </p:nvSpPr>
        <p:spPr>
          <a:xfrm>
            <a:off x="1077362" y="360826"/>
            <a:ext cx="9950103" cy="1112688"/>
          </a:xfrm>
        </p:spPr>
        <p:txBody>
          <a:bodyPr/>
          <a:lstStyle/>
          <a:p>
            <a:r>
              <a:rPr lang="en-US" dirty="0"/>
              <a:t>References</a:t>
            </a:r>
          </a:p>
        </p:txBody>
      </p:sp>
      <p:sp>
        <p:nvSpPr>
          <p:cNvPr id="3" name="Content Placeholder 2">
            <a:extLst>
              <a:ext uri="{FF2B5EF4-FFF2-40B4-BE49-F238E27FC236}">
                <a16:creationId xmlns="" xmlns:a16="http://schemas.microsoft.com/office/drawing/2014/main" id="{456F1BAE-4D2A-74EB-D35E-61CCE510469A}"/>
              </a:ext>
            </a:extLst>
          </p:cNvPr>
          <p:cNvSpPr>
            <a:spLocks noGrp="1"/>
          </p:cNvSpPr>
          <p:nvPr>
            <p:ph idx="1"/>
          </p:nvPr>
        </p:nvSpPr>
        <p:spPr>
          <a:xfrm>
            <a:off x="1077363" y="1862254"/>
            <a:ext cx="9861984" cy="4078576"/>
          </a:xfrm>
        </p:spPr>
        <p:txBody>
          <a:bodyPr>
            <a:normAutofit fontScale="77500" lnSpcReduction="20000"/>
          </a:bodyPr>
          <a:lstStyle/>
          <a:p>
            <a:pPr marL="401638" indent="-401638" algn="just">
              <a:buFont typeface="Courier New" panose="02070309020205020404" pitchFamily="49" charset="0"/>
              <a:buChar char="o"/>
            </a:pPr>
            <a:r>
              <a:rPr lang="en-US" sz="2400" dirty="0">
                <a:latin typeface="Abadi" panose="020B0604020104020204" pitchFamily="34" charset="0"/>
                <a:ea typeface="ADLaM Display" panose="02010000000000000000" pitchFamily="2" charset="0"/>
                <a:cs typeface="Arial" panose="020B0604020202020204" pitchFamily="34" charset="0"/>
              </a:rPr>
              <a:t>Dahl, R. A. (2000). On Democracy. Yale University Press. New Haven &amp; London.</a:t>
            </a:r>
          </a:p>
          <a:p>
            <a:pPr marL="401638" indent="-401638" algn="just">
              <a:buFont typeface="Courier New" panose="02070309020205020404" pitchFamily="49" charset="0"/>
              <a:buChar char="o"/>
            </a:pPr>
            <a:r>
              <a:rPr lang="en-US" sz="2400" dirty="0">
                <a:latin typeface="Abadi" panose="020B0604020104020204" pitchFamily="34" charset="0"/>
                <a:ea typeface="ADLaM Display" panose="02010000000000000000" pitchFamily="2" charset="0"/>
                <a:cs typeface="Arial" panose="020B0604020202020204" pitchFamily="34" charset="0"/>
              </a:rPr>
              <a:t>International IDEA. (2021). Global State of Democracy Report. Available at: https://www.idea.int/gsod</a:t>
            </a:r>
          </a:p>
          <a:p>
            <a:pPr marL="401638" indent="-401638" algn="just">
              <a:buFont typeface="Courier New" panose="02070309020205020404" pitchFamily="49" charset="0"/>
              <a:buChar char="o"/>
            </a:pPr>
            <a:r>
              <a:rPr lang="en-US" sz="2400" dirty="0">
                <a:latin typeface="Abadi" panose="020B0604020104020204" pitchFamily="34" charset="0"/>
                <a:ea typeface="ADLaM Display" panose="02010000000000000000" pitchFamily="2" charset="0"/>
                <a:cs typeface="Arial" panose="020B0604020202020204" pitchFamily="34" charset="0"/>
              </a:rPr>
              <a:t>OECD. (2020). Tax Policy Reforms in OECD Countries. Available at: https://www.oecd.org/tax/tax-policy-reforms-2020.htm</a:t>
            </a:r>
          </a:p>
          <a:p>
            <a:pPr marL="401638" indent="-401638" algn="just">
              <a:buFont typeface="Courier New" panose="02070309020205020404" pitchFamily="49" charset="0"/>
              <a:buChar char="o"/>
            </a:pPr>
            <a:r>
              <a:rPr lang="en-US" sz="2400" dirty="0">
                <a:latin typeface="Abadi" panose="020B0604020104020204" pitchFamily="34" charset="0"/>
                <a:ea typeface="ADLaM Display" panose="02010000000000000000" pitchFamily="2" charset="0"/>
                <a:cs typeface="Arial" panose="020B0604020202020204" pitchFamily="34" charset="0"/>
              </a:rPr>
              <a:t>Smith, J. (2018). Civic Engagement and the Role of the Citizen in Judicial Processes. Journal of Democracy, 29(3), 45-57.</a:t>
            </a:r>
          </a:p>
          <a:p>
            <a:pPr marL="401638" indent="-401638" algn="just">
              <a:buFont typeface="Courier New" panose="02070309020205020404" pitchFamily="49" charset="0"/>
              <a:buChar char="o"/>
            </a:pPr>
            <a:r>
              <a:rPr lang="en-US" sz="2400" dirty="0">
                <a:latin typeface="Abadi" panose="020B0604020104020204" pitchFamily="34" charset="0"/>
                <a:ea typeface="ADLaM Display" panose="02010000000000000000" pitchFamily="2" charset="0"/>
                <a:cs typeface="Arial" panose="020B0604020202020204" pitchFamily="34" charset="0"/>
              </a:rPr>
              <a:t>United Nations. (2019). Strengthening the Rule of Law and Promoting Human Rights. Available at: https://www.un.org/ruleoflaw/</a:t>
            </a:r>
          </a:p>
          <a:p>
            <a:pPr marL="401638" indent="-401638" algn="just">
              <a:buFont typeface="Courier New" panose="02070309020205020404" pitchFamily="49" charset="0"/>
              <a:buChar char="o"/>
            </a:pPr>
            <a:r>
              <a:rPr lang="en-US" sz="2400" dirty="0">
                <a:latin typeface="Abadi" panose="020B0604020104020204" pitchFamily="34" charset="0"/>
                <a:ea typeface="ADLaM Display" panose="02010000000000000000" pitchFamily="2" charset="0"/>
                <a:cs typeface="Arial" panose="020B0604020202020204" pitchFamily="34" charset="0"/>
              </a:rPr>
              <a:t>Volunteer Canada. (2020). The Value of Volunteering. Available at: https://volunteer.ca/index.php?MenuItemID=417</a:t>
            </a:r>
          </a:p>
        </p:txBody>
      </p:sp>
    </p:spTree>
    <p:extLst>
      <p:ext uri="{BB962C8B-B14F-4D97-AF65-F5344CB8AC3E}">
        <p14:creationId xmlns:p14="http://schemas.microsoft.com/office/powerpoint/2010/main" val="332595112"/>
      </p:ext>
    </p:extLst>
  </p:cSld>
  <p:clrMapOvr>
    <a:masterClrMapping/>
  </p:clrMapOvr>
</p:sld>
</file>

<file path=ppt/theme/theme1.xml><?xml version="1.0" encoding="utf-8"?>
<a:theme xmlns:a="http://schemas.openxmlformats.org/drawingml/2006/main" name="BlocksVTI">
  <a:themeElements>
    <a:clrScheme name="AnalogousFromRegularSeedRightStep">
      <a:dk1>
        <a:srgbClr val="000000"/>
      </a:dk1>
      <a:lt1>
        <a:srgbClr val="FFFFFF"/>
      </a:lt1>
      <a:dk2>
        <a:srgbClr val="34381F"/>
      </a:dk2>
      <a:lt2>
        <a:srgbClr val="E2E6E8"/>
      </a:lt2>
      <a:accent1>
        <a:srgbClr val="C3724D"/>
      </a:accent1>
      <a:accent2>
        <a:srgbClr val="B1923B"/>
      </a:accent2>
      <a:accent3>
        <a:srgbClr val="9BAB43"/>
      </a:accent3>
      <a:accent4>
        <a:srgbClr val="6EB13B"/>
      </a:accent4>
      <a:accent5>
        <a:srgbClr val="4AB848"/>
      </a:accent5>
      <a:accent6>
        <a:srgbClr val="3BB16A"/>
      </a:accent6>
      <a:hlink>
        <a:srgbClr val="3A8BB0"/>
      </a:hlink>
      <a:folHlink>
        <a:srgbClr val="7F7F7F"/>
      </a:folHlink>
    </a:clrScheme>
    <a:fontScheme name="Avenir">
      <a:majorFont>
        <a:latin typeface="Avenir Next LT Pro"/>
        <a:ea typeface=""/>
        <a:cs typeface=""/>
      </a:majorFont>
      <a:minorFont>
        <a:latin typeface="Avenir Next LT Pro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BlocksVTI" id="{31656FE6-20D8-4105-85EA-706EC9332BE9}" vid="{039DFFC9-9B25-4063-9235-B287A446F509}"/>
    </a:ext>
  </a:extLst>
</a:theme>
</file>

<file path=docProps/app.xml><?xml version="1.0" encoding="utf-8"?>
<Properties xmlns="http://schemas.openxmlformats.org/officeDocument/2006/extended-properties" xmlns:vt="http://schemas.openxmlformats.org/officeDocument/2006/docPropsVTypes">
  <Template>Droplet</Template>
  <TotalTime>364</TotalTime>
  <Words>1752</Words>
  <Application>Microsoft Office PowerPoint</Application>
  <PresentationFormat>Widescreen</PresentationFormat>
  <Paragraphs>156</Paragraphs>
  <Slides>31</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31</vt:i4>
      </vt:variant>
    </vt:vector>
  </HeadingPairs>
  <TitlesOfParts>
    <vt:vector size="41" baseType="lpstr">
      <vt:lpstr>Abadi</vt:lpstr>
      <vt:lpstr>ADLaM Display</vt:lpstr>
      <vt:lpstr>Arial</vt:lpstr>
      <vt:lpstr>Avenir Next LT Pro</vt:lpstr>
      <vt:lpstr>Avenir Next LT Pro Light</vt:lpstr>
      <vt:lpstr>Courier New</vt:lpstr>
      <vt:lpstr>Google Sans</vt:lpstr>
      <vt:lpstr>Roboto</vt:lpstr>
      <vt:lpstr>Wingdings</vt:lpstr>
      <vt:lpstr>BlocksVTI</vt:lpstr>
      <vt:lpstr>FAST National University of Computer and Emerging Sciences, Islamabad </vt:lpstr>
      <vt:lpstr>Google Classroom Code: CS Students: pndnx5yr SE Students: kawq7yos</vt:lpstr>
      <vt:lpstr>DO’s and DON’T’s for Practical Work</vt:lpstr>
      <vt:lpstr>Maintain Documentation for the Course </vt:lpstr>
      <vt:lpstr>Key takeaways</vt:lpstr>
      <vt:lpstr>Civics </vt:lpstr>
      <vt:lpstr>Civics in Islamic and Pakistani Context </vt:lpstr>
      <vt:lpstr>Community Engagement </vt:lpstr>
      <vt:lpstr>Community and its Types</vt:lpstr>
      <vt:lpstr>Engagement </vt:lpstr>
      <vt:lpstr>Islamic Perspective regarding Community Engagement</vt:lpstr>
      <vt:lpstr>Community Engagement in Pakistan</vt:lpstr>
      <vt:lpstr>Citizenship </vt:lpstr>
      <vt:lpstr>Civic Duty (Mandatory) </vt:lpstr>
      <vt:lpstr>Civic Responsibility (Voluntary) </vt:lpstr>
      <vt:lpstr>Tools of Community Need Assessment </vt:lpstr>
      <vt:lpstr>Community Meeting (Town Hall or Public Forum)</vt:lpstr>
      <vt:lpstr>Community Meeting (Town Hall or Public Forum) Advantages and Challenges </vt:lpstr>
      <vt:lpstr>Community Meeting (Town Hall or Public Forum) Addressing Challenges </vt:lpstr>
      <vt:lpstr>Survey</vt:lpstr>
      <vt:lpstr>Survey  Advantages and Challenges </vt:lpstr>
      <vt:lpstr>Interview</vt:lpstr>
      <vt:lpstr>Interview Advantages and Challenges </vt:lpstr>
      <vt:lpstr>Focus Group</vt:lpstr>
      <vt:lpstr>Focus Group Advantages and Challenges </vt:lpstr>
      <vt:lpstr>Asset Inventory</vt:lpstr>
      <vt:lpstr>Asset Inventory Advantages and Challenges </vt:lpstr>
      <vt:lpstr>Community Mapping</vt:lpstr>
      <vt:lpstr>Community Mapping What to Map</vt:lpstr>
      <vt:lpstr>Community Mapping Advantages and Challenges </vt:lpstr>
      <vt:lpstr>References</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FAST National University of Computer and Emerging Sciences, Islamabad </dc:title>
  <dc:creator>MARIA MAZHAR</dc:creator>
  <cp:lastModifiedBy>Microsoft account</cp:lastModifiedBy>
  <cp:revision>46</cp:revision>
  <dcterms:created xsi:type="dcterms:W3CDTF">2025-01-19T07:33:02Z</dcterms:created>
  <dcterms:modified xsi:type="dcterms:W3CDTF">2026-01-20T09:44:11Z</dcterms:modified>
</cp:coreProperties>
</file>