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4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011680" cy="2011680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4332">
              <a:alpha val="55000"/>
            </a:srgbClr>
          </a:solidFill>
          <a:ln w="12700">
            <a:solidFill>
              <a:srgbClr val="1B433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548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PLANTATION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Community Activity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337560"/>
            <a:ext cx="3200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Al-Khidmat Foundation Initiative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Faisal (23I-0058)  |  Hamad Khan (23I-3095)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April 2026  —  Friday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B4332">
              <a:alpha val="50000"/>
            </a:srgbClr>
          </a:solidFill>
          <a:ln w="12700">
            <a:solidFill>
              <a:srgbClr val="1B433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who plants a tree plants a hope.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474720" y="2788920"/>
            <a:ext cx="2194560" cy="457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Lucy Larcom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Plantation Activity  🌿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ORGANIZATION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1206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9728" cy="11430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Organization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Al-Khidmat Foundation – one of Pakistan's largest welfare organizations, providing humanitarian relief, education, health, and environmental services nationwide.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51206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109728" cy="11430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441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3405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raise environmental awareness among university students and engage communities through hands-on plantation drives at local public spaces.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48456"/>
            <a:ext cx="51206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648456"/>
            <a:ext cx="109728" cy="11430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7398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Location &amp;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3250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Hometown public playground boundary | 3rd April 2026 (Friday) | Duration: ~2 hours | Participants: 2 members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051560"/>
            <a:ext cx="3200400" cy="3886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669280" y="1051560"/>
            <a:ext cx="3200400" cy="3886200"/>
          </a:xfrm>
          <a:prstGeom prst="rect">
            <a:avLst/>
          </a:prstGeom>
          <a:solidFill>
            <a:srgbClr val="1B4332">
              <a:alpha val="20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6692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citrus sapling planted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boundary wall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>
              <a:alpha val="15000"/>
            </a:srgbClr>
          </a:solidFill>
          <a:ln w="12700">
            <a:solidFill>
              <a:srgbClr val="2D6A4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PERFORMED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274320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60120"/>
            <a:ext cx="2743200" cy="2560320"/>
          </a:xfrm>
          <a:prstGeom prst="rect">
            <a:avLst/>
          </a:prstGeom>
          <a:solidFill>
            <a:srgbClr val="000000">
              <a:alpha val="25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371600" y="640080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3716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Planting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6120" y="960120"/>
            <a:ext cx="2743200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46120" y="960120"/>
            <a:ext cx="2743200" cy="2560320"/>
          </a:xfrm>
          <a:prstGeom prst="rect">
            <a:avLst/>
          </a:prstGeom>
          <a:solidFill>
            <a:srgbClr val="000000">
              <a:alpha val="25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343400" y="640080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3434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4612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the Soil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960120"/>
            <a:ext cx="2743200" cy="2560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17920" y="960120"/>
            <a:ext cx="2743200" cy="2560320"/>
          </a:xfrm>
          <a:prstGeom prst="rect">
            <a:avLst/>
          </a:prstGeom>
          <a:solidFill>
            <a:srgbClr val="000000">
              <a:alpha val="25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315200" y="640080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731520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1792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Sapling Secured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Procured 6 healthy saplings — Different type of fruit trees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Dug planting holes at the boundary of public playground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Planted trees with care, firming soil around each sapling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Watered each tree and ensured drip irrigation access where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ENVIRONMENTAL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1051560"/>
            <a:ext cx="356616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1051560"/>
            <a:ext cx="3566160" cy="3749040"/>
          </a:xfrm>
          <a:prstGeom prst="rect">
            <a:avLst/>
          </a:prstGeom>
          <a:solidFill>
            <a:srgbClr val="1B4332">
              <a:alpha val="45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663440" cy="82296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1097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🌬️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11064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Quality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624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absorbs CO₂ and releases oxygen, directly improving air quality for families and children at the playground.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984248"/>
            <a:ext cx="4663440" cy="82296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202996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51560" y="2039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Soil Health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22951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roots prevent soil erosion, retain moisture, and restore soil nutrients over time.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2916936"/>
            <a:ext cx="4663440" cy="82296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7200" y="296265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51560" y="2971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Shade &amp; Cooling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3227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citrus and guava trees will provide natural shade, reducing the local heat island effect.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5760" y="3849624"/>
            <a:ext cx="4663440" cy="82296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57200" y="389534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51560" y="3904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156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Fruit-bearing trees attract pollinators and support local wildlife, enriching the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COMMUNITY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202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Planted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1051560"/>
            <a:ext cx="19202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41448" y="10789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41448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1051560"/>
            <a:ext cx="19202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08576" y="10789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08576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Invested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1051560"/>
            <a:ext cx="19202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75704" y="10789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75704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Impact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9144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🏞️  Public Space Beautification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3405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of the playground is now greener and more welcoming, directly enhancing the experience of the community members who use it daily.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9144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37760" y="2423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👨‍👩‍👧  Family &amp; Children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73405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playing at the ground will grow up with trees they can see mature over time, building a natural environmental connection.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9144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🌳  Neighborhood Greenery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5993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new trees contribute to a greener, cooler neighborhood — a visible, lasting mark of community service.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9144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3749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Awareness &amp; Inspiration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05993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planting publicly inspires neighbors to take similar steps, creating a ripple effect of environmental consciousness.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STUDENT FEEDBACK &amp; REFLECTION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09728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8988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planting trees gave us a far deeper understanding of environmental stewardship than any classroom lecture could. Feeling the soil, choosing the right depth, and handling the saplings made the experience real and memorable.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109728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Al-Khidmat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1576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activity gave us first-hand insight into Al-Khidmat Foundation's grassroots approach. We saw how a welfare organization drives community change not through large campaigns alone, but through small, consistent local actions.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109728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Ripple Effect of 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04164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in a public space reminded us that individual actions have collective impact. We left with a stronger belief that consistent, small efforts by students can create lasting environmental and social change.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PHOTO GALLERY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77240"/>
            <a:ext cx="274320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777240"/>
            <a:ext cx="2743200" cy="21031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828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Close-up: Guava sapling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08960" y="777240"/>
            <a:ext cx="2743200" cy="2103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108960" y="777240"/>
            <a:ext cx="2743200" cy="21031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31089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guava in ground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35040" y="777240"/>
            <a:ext cx="2926080" cy="21031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35040" y="777240"/>
            <a:ext cx="2926080" cy="210312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60350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roots in soil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2880" y="2971800"/>
            <a:ext cx="4297680" cy="20116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82880" y="2971800"/>
            <a:ext cx="4297680" cy="20116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9"/>
          <p:cNvSpPr/>
          <p:nvPr/>
        </p:nvSpPr>
        <p:spPr>
          <a:xfrm>
            <a:off x="182880" y="4663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 tall sapling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63440" y="2971800"/>
            <a:ext cx="4297680" cy="201168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663440" y="2971800"/>
            <a:ext cx="4297680" cy="2011680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/>
          <p:nvPr/>
        </p:nvSpPr>
        <p:spPr>
          <a:xfrm>
            <a:off x="4663440" y="4663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citrus at boundary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93192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🌳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Today,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Greener Tomorrow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plantation activity under Al-Khidmat Foundation's direction gave us the opportunity to contribute meaningfully to our local environment. Six trees planted today will stand for decades, offering shade, cleaner air, and a greener public space for our neighborhood.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596</Words>
  <Application>Microsoft Office PowerPoint</Application>
  <PresentationFormat>On-screen Show (16:9)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Plantation Activity – Weekly Presentation</dc:title>
  <dc:subject>PptxGenJS Presentation</dc:subject>
  <dc:creator>KODERS</dc:creator>
  <cp:lastModifiedBy>Shah Faisal</cp:lastModifiedBy>
  <cp:revision>2</cp:revision>
  <dcterms:created xsi:type="dcterms:W3CDTF">2026-04-06T09:57:03Z</dcterms:created>
  <dcterms:modified xsi:type="dcterms:W3CDTF">2026-04-06T10:46:29Z</dcterms:modified>
</cp:coreProperties>
</file>