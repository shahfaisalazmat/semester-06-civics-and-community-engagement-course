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1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8" r:id="rId1"/>
  </p:sldMasterIdLst>
  <p:notesMasterIdLst>
    <p:notesMasterId r:id="rId28"/>
  </p:notesMasterIdLst>
  <p:sldIdLst>
    <p:sldId id="264" r:id="rId2"/>
    <p:sldId id="279" r:id="rId3"/>
    <p:sldId id="256" r:id="rId4"/>
    <p:sldId id="288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71" r:id="rId14"/>
    <p:sldId id="272" r:id="rId15"/>
    <p:sldId id="273" r:id="rId16"/>
    <p:sldId id="274" r:id="rId17"/>
    <p:sldId id="275" r:id="rId18"/>
    <p:sldId id="276" r:id="rId19"/>
    <p:sldId id="277" r:id="rId20"/>
    <p:sldId id="278" r:id="rId21"/>
    <p:sldId id="265" r:id="rId22"/>
    <p:sldId id="266" r:id="rId23"/>
    <p:sldId id="263" r:id="rId24"/>
    <p:sldId id="289" r:id="rId25"/>
    <p:sldId id="290" r:id="rId26"/>
    <p:sldId id="291" r:id="rId27"/>
  </p:sldIdLst>
  <p:sldSz cx="14630400" cy="8229600"/>
  <p:notesSz cx="8229600" cy="14630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99" autoAdjust="0"/>
    <p:restoredTop sz="94610"/>
  </p:normalViewPr>
  <p:slideViewPr>
    <p:cSldViewPr snapToGrid="0" snapToObjects="1">
      <p:cViewPr varScale="1">
        <p:scale>
          <a:sx n="57" d="100"/>
          <a:sy n="57" d="100"/>
        </p:scale>
        <p:origin x="580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6.png"/><Relationship Id="rId7" Type="http://schemas.openxmlformats.org/officeDocument/2006/relationships/image" Target="../media/image28.png"/><Relationship Id="rId2" Type="http://schemas.openxmlformats.org/officeDocument/2006/relationships/image" Target="../media/image26.svg"/><Relationship Id="rId1" Type="http://schemas.openxmlformats.org/officeDocument/2006/relationships/image" Target="../media/image25.png"/><Relationship Id="rId6" Type="http://schemas.openxmlformats.org/officeDocument/2006/relationships/image" Target="../media/image30.svg"/><Relationship Id="rId5" Type="http://schemas.openxmlformats.org/officeDocument/2006/relationships/image" Target="../media/image27.png"/><Relationship Id="rId10" Type="http://schemas.openxmlformats.org/officeDocument/2006/relationships/image" Target="../media/image34.svg"/><Relationship Id="rId4" Type="http://schemas.openxmlformats.org/officeDocument/2006/relationships/image" Target="../media/image28.svg"/><Relationship Id="rId9" Type="http://schemas.openxmlformats.org/officeDocument/2006/relationships/image" Target="../media/image29.png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svg"/><Relationship Id="rId3" Type="http://schemas.openxmlformats.org/officeDocument/2006/relationships/image" Target="../media/image31.png"/><Relationship Id="rId7" Type="http://schemas.openxmlformats.org/officeDocument/2006/relationships/image" Target="../media/image33.png"/><Relationship Id="rId2" Type="http://schemas.openxmlformats.org/officeDocument/2006/relationships/image" Target="../media/image36.svg"/><Relationship Id="rId1" Type="http://schemas.openxmlformats.org/officeDocument/2006/relationships/image" Target="../media/image30.png"/><Relationship Id="rId6" Type="http://schemas.openxmlformats.org/officeDocument/2006/relationships/image" Target="../media/image40.svg"/><Relationship Id="rId5" Type="http://schemas.openxmlformats.org/officeDocument/2006/relationships/image" Target="../media/image32.png"/><Relationship Id="rId10" Type="http://schemas.openxmlformats.org/officeDocument/2006/relationships/image" Target="../media/image44.svg"/><Relationship Id="rId4" Type="http://schemas.openxmlformats.org/officeDocument/2006/relationships/image" Target="../media/image38.svg"/><Relationship Id="rId9" Type="http://schemas.openxmlformats.org/officeDocument/2006/relationships/image" Target="../media/image34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C417C21-8DBA-4FF8-AEFD-14D06F4114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852EEE-EE09-473A-AF8C-E75CE2F84CF6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Volunteer with NGOs or community organizations that focus on poverty alleviation, such as food banks, shelters, or community outreach programs.</a:t>
          </a:r>
        </a:p>
      </dgm:t>
    </dgm:pt>
    <dgm:pt modelId="{242219C3-FCCD-4050-9E2D-7DBC57717FC9}" type="parTrans" cxnId="{05A85C51-5D18-4633-897B-346A1E0627D1}">
      <dgm:prSet/>
      <dgm:spPr/>
      <dgm:t>
        <a:bodyPr/>
        <a:lstStyle/>
        <a:p>
          <a:endParaRPr lang="en-US"/>
        </a:p>
      </dgm:t>
    </dgm:pt>
    <dgm:pt modelId="{9B6FDF09-13EC-4785-8A02-C7BAAD8FDADA}" type="sibTrans" cxnId="{05A85C51-5D18-4633-897B-346A1E0627D1}">
      <dgm:prSet/>
      <dgm:spPr/>
      <dgm:t>
        <a:bodyPr/>
        <a:lstStyle/>
        <a:p>
          <a:endParaRPr lang="en-US"/>
        </a:p>
      </dgm:t>
    </dgm:pt>
    <dgm:pt modelId="{0DE52C08-0E24-4D54-818E-820FA367D7C0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Organize or participate in awareness campaigns, workshops, or discussions on poverty issues and SDG 1</a:t>
          </a:r>
        </a:p>
      </dgm:t>
    </dgm:pt>
    <dgm:pt modelId="{F65372AC-5DFC-40C4-895C-2DAD2D6D2721}" type="parTrans" cxnId="{7EF7E797-43E7-49D9-ACA9-CD428E207E96}">
      <dgm:prSet/>
      <dgm:spPr/>
      <dgm:t>
        <a:bodyPr/>
        <a:lstStyle/>
        <a:p>
          <a:endParaRPr lang="en-US"/>
        </a:p>
      </dgm:t>
    </dgm:pt>
    <dgm:pt modelId="{C55B4566-4497-4A3D-8020-0BD72A2FCE09}" type="sibTrans" cxnId="{7EF7E797-43E7-49D9-ACA9-CD428E207E96}">
      <dgm:prSet/>
      <dgm:spPr/>
      <dgm:t>
        <a:bodyPr/>
        <a:lstStyle/>
        <a:p>
          <a:endParaRPr lang="en-US"/>
        </a:p>
      </dgm:t>
    </dgm:pt>
    <dgm:pt modelId="{19E1A48B-5FAE-439D-AF7F-DEB77FAB8ADA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Undertake research projects or write papers on poverty-related topics, such as the effectiveness of social protection systems or the impact of economic growth on poverty reduction.</a:t>
          </a:r>
        </a:p>
      </dgm:t>
    </dgm:pt>
    <dgm:pt modelId="{47B44080-FF2D-4EBF-9CB3-E405EE5D2F04}" type="parTrans" cxnId="{9C091A6C-E245-45EC-9A6C-B76B14A05627}">
      <dgm:prSet/>
      <dgm:spPr/>
      <dgm:t>
        <a:bodyPr/>
        <a:lstStyle/>
        <a:p>
          <a:endParaRPr lang="en-US"/>
        </a:p>
      </dgm:t>
    </dgm:pt>
    <dgm:pt modelId="{B56902FD-3016-476B-8CCE-6F7EF701B61B}" type="sibTrans" cxnId="{9C091A6C-E245-45EC-9A6C-B76B14A05627}">
      <dgm:prSet/>
      <dgm:spPr/>
      <dgm:t>
        <a:bodyPr/>
        <a:lstStyle/>
        <a:p>
          <a:endParaRPr lang="en-US"/>
        </a:p>
      </dgm:t>
    </dgm:pt>
    <dgm:pt modelId="{349AF81F-3571-48DF-BC0A-44E78FBCA867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Organize or take part in fundraising events, such as charity runs, auctions, or online campaigns, to support poverty alleviation programs.</a:t>
          </a:r>
        </a:p>
      </dgm:t>
    </dgm:pt>
    <dgm:pt modelId="{009FF5A9-0853-41D6-8AC1-EBDF00502120}" type="parTrans" cxnId="{260A0507-7BFA-4EE7-86FE-D1905C094005}">
      <dgm:prSet/>
      <dgm:spPr/>
      <dgm:t>
        <a:bodyPr/>
        <a:lstStyle/>
        <a:p>
          <a:endParaRPr lang="en-US"/>
        </a:p>
      </dgm:t>
    </dgm:pt>
    <dgm:pt modelId="{113CEE6E-01E3-428A-8C71-CDEFF40EDF64}" type="sibTrans" cxnId="{260A0507-7BFA-4EE7-86FE-D1905C094005}">
      <dgm:prSet/>
      <dgm:spPr/>
      <dgm:t>
        <a:bodyPr/>
        <a:lstStyle/>
        <a:p>
          <a:endParaRPr lang="en-US"/>
        </a:p>
      </dgm:t>
    </dgm:pt>
    <dgm:pt modelId="{934CE83D-1610-4946-BA3D-B0550D3F45C5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Initiate or join community service projects, such as tutoring disadvantaged students, creating care packages for low-income families, or organizing skills workshops.</a:t>
          </a:r>
        </a:p>
      </dgm:t>
    </dgm:pt>
    <dgm:pt modelId="{D2661D43-D04C-4C1B-85D0-FB5F0A621177}" type="parTrans" cxnId="{B3A7D027-3640-4DC0-A937-E146917ADF15}">
      <dgm:prSet/>
      <dgm:spPr/>
      <dgm:t>
        <a:bodyPr/>
        <a:lstStyle/>
        <a:p>
          <a:endParaRPr lang="en-US"/>
        </a:p>
      </dgm:t>
    </dgm:pt>
    <dgm:pt modelId="{A3086306-0B65-4365-9C9F-2113F87474CD}" type="sibTrans" cxnId="{B3A7D027-3640-4DC0-A937-E146917ADF15}">
      <dgm:prSet/>
      <dgm:spPr/>
      <dgm:t>
        <a:bodyPr/>
        <a:lstStyle/>
        <a:p>
          <a:endParaRPr lang="en-US"/>
        </a:p>
      </dgm:t>
    </dgm:pt>
    <dgm:pt modelId="{F2F1F2A6-327D-4FA8-B8A8-9EEA235DF32F}" type="pres">
      <dgm:prSet presAssocID="{3C417C21-8DBA-4FF8-AEFD-14D06F41145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87301D9-AC84-4A7C-999E-379DC46F895A}" type="pres">
      <dgm:prSet presAssocID="{CB852EEE-EE09-473A-AF8C-E75CE2F84CF6}" presName="compNode" presStyleCnt="0"/>
      <dgm:spPr/>
    </dgm:pt>
    <dgm:pt modelId="{B3383ECA-2F72-45C9-ADEA-BABB0D659A10}" type="pres">
      <dgm:prSet presAssocID="{CB852EEE-EE09-473A-AF8C-E75CE2F84CF6}" presName="bgRect" presStyleLbl="bgShp" presStyleIdx="0" presStyleCnt="5"/>
      <dgm:spPr/>
    </dgm:pt>
    <dgm:pt modelId="{3F823F30-E89D-40AE-9905-A948D688B6FC}" type="pres">
      <dgm:prSet presAssocID="{CB852EEE-EE09-473A-AF8C-E75CE2F84CF6}" presName="iconRect" presStyleLbl="node1" presStyleIdx="0" presStyleCnt="5" custScaleX="209892" custScaleY="25414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choolhouse"/>
        </a:ext>
      </dgm:extLst>
    </dgm:pt>
    <dgm:pt modelId="{F49AE7EF-9E31-46E0-8BFC-6C17404E818E}" type="pres">
      <dgm:prSet presAssocID="{CB852EEE-EE09-473A-AF8C-E75CE2F84CF6}" presName="spaceRect" presStyleCnt="0"/>
      <dgm:spPr/>
    </dgm:pt>
    <dgm:pt modelId="{1E88BDA8-8AB6-49C3-A190-C18DDA5B96D4}" type="pres">
      <dgm:prSet presAssocID="{CB852EEE-EE09-473A-AF8C-E75CE2F84CF6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DA9A8430-C372-42F7-9616-7100930A38B7}" type="pres">
      <dgm:prSet presAssocID="{9B6FDF09-13EC-4785-8A02-C7BAAD8FDADA}" presName="sibTrans" presStyleCnt="0"/>
      <dgm:spPr/>
    </dgm:pt>
    <dgm:pt modelId="{9CA5383F-D6CB-492A-A222-5A5BE5E303C1}" type="pres">
      <dgm:prSet presAssocID="{0DE52C08-0E24-4D54-818E-820FA367D7C0}" presName="compNode" presStyleCnt="0"/>
      <dgm:spPr/>
    </dgm:pt>
    <dgm:pt modelId="{D56B9718-B4B9-481D-A564-FA0C1BA48FA0}" type="pres">
      <dgm:prSet presAssocID="{0DE52C08-0E24-4D54-818E-820FA367D7C0}" presName="bgRect" presStyleLbl="bgShp" presStyleIdx="1" presStyleCnt="5"/>
      <dgm:spPr/>
    </dgm:pt>
    <dgm:pt modelId="{21C80E3A-AD56-47DF-B7DD-BCAA60E62A18}" type="pres">
      <dgm:prSet presAssocID="{0DE52C08-0E24-4D54-818E-820FA367D7C0}" presName="iconRect" presStyleLbl="node1" presStyleIdx="1" presStyleCnt="5" custScaleX="131922" custScaleY="211486" custLinFactNeighborY="13699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Meeting"/>
        </a:ext>
      </dgm:extLst>
    </dgm:pt>
    <dgm:pt modelId="{225D4330-67FA-4771-84B1-AA076DFE652F}" type="pres">
      <dgm:prSet presAssocID="{0DE52C08-0E24-4D54-818E-820FA367D7C0}" presName="spaceRect" presStyleCnt="0"/>
      <dgm:spPr/>
    </dgm:pt>
    <dgm:pt modelId="{65A721F9-F716-449A-80CF-B117271BF6C9}" type="pres">
      <dgm:prSet presAssocID="{0DE52C08-0E24-4D54-818E-820FA367D7C0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543474F-A94E-40AA-A90B-6AC65F6AB169}" type="pres">
      <dgm:prSet presAssocID="{C55B4566-4497-4A3D-8020-0BD72A2FCE09}" presName="sibTrans" presStyleCnt="0"/>
      <dgm:spPr/>
    </dgm:pt>
    <dgm:pt modelId="{53D4F637-66A4-488A-AC4F-711DC4285250}" type="pres">
      <dgm:prSet presAssocID="{19E1A48B-5FAE-439D-AF7F-DEB77FAB8ADA}" presName="compNode" presStyleCnt="0"/>
      <dgm:spPr/>
    </dgm:pt>
    <dgm:pt modelId="{1D82F176-5170-4BBE-8B68-93205AA94E8F}" type="pres">
      <dgm:prSet presAssocID="{19E1A48B-5FAE-439D-AF7F-DEB77FAB8ADA}" presName="bgRect" presStyleLbl="bgShp" presStyleIdx="2" presStyleCnt="5"/>
      <dgm:spPr/>
    </dgm:pt>
    <dgm:pt modelId="{363193C7-9B2D-4664-8EBD-A59D0D816CF1}" type="pres">
      <dgm:prSet presAssocID="{19E1A48B-5FAE-439D-AF7F-DEB77FAB8ADA}" presName="iconRect" presStyleLbl="node1" presStyleIdx="2" presStyleCnt="5" custScaleX="155148" custScaleY="175202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91D02AD5-00DA-447C-BBDB-EFB400C8F780}" type="pres">
      <dgm:prSet presAssocID="{19E1A48B-5FAE-439D-AF7F-DEB77FAB8ADA}" presName="spaceRect" presStyleCnt="0"/>
      <dgm:spPr/>
    </dgm:pt>
    <dgm:pt modelId="{C6DFEC74-4239-4AA8-9BC5-060636EB56DE}" type="pres">
      <dgm:prSet presAssocID="{19E1A48B-5FAE-439D-AF7F-DEB77FAB8ADA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F3927A1-9755-433B-B516-692D4DEE03C8}" type="pres">
      <dgm:prSet presAssocID="{B56902FD-3016-476B-8CCE-6F7EF701B61B}" presName="sibTrans" presStyleCnt="0"/>
      <dgm:spPr/>
    </dgm:pt>
    <dgm:pt modelId="{8FEDB635-5AB5-4CFB-ACC4-05736367BBE8}" type="pres">
      <dgm:prSet presAssocID="{349AF81F-3571-48DF-BC0A-44E78FBCA867}" presName="compNode" presStyleCnt="0"/>
      <dgm:spPr/>
    </dgm:pt>
    <dgm:pt modelId="{70CEFF83-E854-4C12-AD17-5D57E31B0A20}" type="pres">
      <dgm:prSet presAssocID="{349AF81F-3571-48DF-BC0A-44E78FBCA867}" presName="bgRect" presStyleLbl="bgShp" presStyleIdx="3" presStyleCnt="5"/>
      <dgm:spPr/>
    </dgm:pt>
    <dgm:pt modelId="{E3C164E7-2861-4B0F-B585-08C748C10AE2}" type="pres">
      <dgm:prSet presAssocID="{349AF81F-3571-48DF-BC0A-44E78FBCA867}" presName="iconRect" presStyleLbl="node1" presStyleIdx="3" presStyleCnt="5" custScaleX="155148" custScaleY="15578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Kiosk"/>
        </a:ext>
      </dgm:extLst>
    </dgm:pt>
    <dgm:pt modelId="{C36E228B-3D1C-492A-B5F1-5B3D81351B08}" type="pres">
      <dgm:prSet presAssocID="{349AF81F-3571-48DF-BC0A-44E78FBCA867}" presName="spaceRect" presStyleCnt="0"/>
      <dgm:spPr/>
    </dgm:pt>
    <dgm:pt modelId="{A11C7334-5653-434D-A50F-ECBCCFEFC176}" type="pres">
      <dgm:prSet presAssocID="{349AF81F-3571-48DF-BC0A-44E78FBCA867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CE8DAA9-803F-41A3-90CA-7336B0B5BA9A}" type="pres">
      <dgm:prSet presAssocID="{113CEE6E-01E3-428A-8C71-CDEFF40EDF64}" presName="sibTrans" presStyleCnt="0"/>
      <dgm:spPr/>
    </dgm:pt>
    <dgm:pt modelId="{6FF0DC8A-F414-4C5B-8FA5-C6578757A4A4}" type="pres">
      <dgm:prSet presAssocID="{934CE83D-1610-4946-BA3D-B0550D3F45C5}" presName="compNode" presStyleCnt="0"/>
      <dgm:spPr/>
    </dgm:pt>
    <dgm:pt modelId="{6E971E30-BA79-48B2-A76A-8A5556C51F10}" type="pres">
      <dgm:prSet presAssocID="{934CE83D-1610-4946-BA3D-B0550D3F45C5}" presName="bgRect" presStyleLbl="bgShp" presStyleIdx="4" presStyleCnt="5"/>
      <dgm:spPr/>
    </dgm:pt>
    <dgm:pt modelId="{21DB3F8B-89C3-428D-87E3-042F88027095}" type="pres">
      <dgm:prSet presAssocID="{934CE83D-1610-4946-BA3D-B0550D3F45C5}" presName="iconRect" presStyleLbl="node1" presStyleIdx="4" presStyleCnt="5" custScaleX="155148" custScaleY="163772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iploma Roll"/>
        </a:ext>
      </dgm:extLst>
    </dgm:pt>
    <dgm:pt modelId="{122993AC-9289-4401-93BC-A75CEC34802E}" type="pres">
      <dgm:prSet presAssocID="{934CE83D-1610-4946-BA3D-B0550D3F45C5}" presName="spaceRect" presStyleCnt="0"/>
      <dgm:spPr/>
    </dgm:pt>
    <dgm:pt modelId="{8BE0D7F2-128F-493C-BD57-15D05B891C14}" type="pres">
      <dgm:prSet presAssocID="{934CE83D-1610-4946-BA3D-B0550D3F45C5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3C377B78-B0ED-424A-88BC-9A5A052DB91F}" type="presOf" srcId="{934CE83D-1610-4946-BA3D-B0550D3F45C5}" destId="{8BE0D7F2-128F-493C-BD57-15D05B891C14}" srcOrd="0" destOrd="0" presId="urn:microsoft.com/office/officeart/2018/2/layout/IconVerticalSolidList"/>
    <dgm:cxn modelId="{247619FF-F504-4EC9-95BC-80F06429639C}" type="presOf" srcId="{349AF81F-3571-48DF-BC0A-44E78FBCA867}" destId="{A11C7334-5653-434D-A50F-ECBCCFEFC176}" srcOrd="0" destOrd="0" presId="urn:microsoft.com/office/officeart/2018/2/layout/IconVerticalSolidList"/>
    <dgm:cxn modelId="{9C091A6C-E245-45EC-9A6C-B76B14A05627}" srcId="{3C417C21-8DBA-4FF8-AEFD-14D06F411457}" destId="{19E1A48B-5FAE-439D-AF7F-DEB77FAB8ADA}" srcOrd="2" destOrd="0" parTransId="{47B44080-FF2D-4EBF-9CB3-E405EE5D2F04}" sibTransId="{B56902FD-3016-476B-8CCE-6F7EF701B61B}"/>
    <dgm:cxn modelId="{DA9D0F4E-8C27-44ED-880F-80B467C319D4}" type="presOf" srcId="{19E1A48B-5FAE-439D-AF7F-DEB77FAB8ADA}" destId="{C6DFEC74-4239-4AA8-9BC5-060636EB56DE}" srcOrd="0" destOrd="0" presId="urn:microsoft.com/office/officeart/2018/2/layout/IconVerticalSolidList"/>
    <dgm:cxn modelId="{05A85C51-5D18-4633-897B-346A1E0627D1}" srcId="{3C417C21-8DBA-4FF8-AEFD-14D06F411457}" destId="{CB852EEE-EE09-473A-AF8C-E75CE2F84CF6}" srcOrd="0" destOrd="0" parTransId="{242219C3-FCCD-4050-9E2D-7DBC57717FC9}" sibTransId="{9B6FDF09-13EC-4785-8A02-C7BAAD8FDADA}"/>
    <dgm:cxn modelId="{7EF7E797-43E7-49D9-ACA9-CD428E207E96}" srcId="{3C417C21-8DBA-4FF8-AEFD-14D06F411457}" destId="{0DE52C08-0E24-4D54-818E-820FA367D7C0}" srcOrd="1" destOrd="0" parTransId="{F65372AC-5DFC-40C4-895C-2DAD2D6D2721}" sibTransId="{C55B4566-4497-4A3D-8020-0BD72A2FCE09}"/>
    <dgm:cxn modelId="{06319629-6A50-47BB-B84A-CCDBC611B8F5}" type="presOf" srcId="{3C417C21-8DBA-4FF8-AEFD-14D06F411457}" destId="{F2F1F2A6-327D-4FA8-B8A8-9EEA235DF32F}" srcOrd="0" destOrd="0" presId="urn:microsoft.com/office/officeart/2018/2/layout/IconVerticalSolidList"/>
    <dgm:cxn modelId="{7353A5CE-F8AA-47A5-B661-D54B19B32973}" type="presOf" srcId="{CB852EEE-EE09-473A-AF8C-E75CE2F84CF6}" destId="{1E88BDA8-8AB6-49C3-A190-C18DDA5B96D4}" srcOrd="0" destOrd="0" presId="urn:microsoft.com/office/officeart/2018/2/layout/IconVerticalSolidList"/>
    <dgm:cxn modelId="{B3A7D027-3640-4DC0-A937-E146917ADF15}" srcId="{3C417C21-8DBA-4FF8-AEFD-14D06F411457}" destId="{934CE83D-1610-4946-BA3D-B0550D3F45C5}" srcOrd="4" destOrd="0" parTransId="{D2661D43-D04C-4C1B-85D0-FB5F0A621177}" sibTransId="{A3086306-0B65-4365-9C9F-2113F87474CD}"/>
    <dgm:cxn modelId="{E6561970-5996-48BE-800A-E36111BDD458}" type="presOf" srcId="{0DE52C08-0E24-4D54-818E-820FA367D7C0}" destId="{65A721F9-F716-449A-80CF-B117271BF6C9}" srcOrd="0" destOrd="0" presId="urn:microsoft.com/office/officeart/2018/2/layout/IconVerticalSolidList"/>
    <dgm:cxn modelId="{260A0507-7BFA-4EE7-86FE-D1905C094005}" srcId="{3C417C21-8DBA-4FF8-AEFD-14D06F411457}" destId="{349AF81F-3571-48DF-BC0A-44E78FBCA867}" srcOrd="3" destOrd="0" parTransId="{009FF5A9-0853-41D6-8AC1-EBDF00502120}" sibTransId="{113CEE6E-01E3-428A-8C71-CDEFF40EDF64}"/>
    <dgm:cxn modelId="{1DC5C41F-40E3-4A54-941E-88D7FC2ADEB7}" type="presParOf" srcId="{F2F1F2A6-327D-4FA8-B8A8-9EEA235DF32F}" destId="{A87301D9-AC84-4A7C-999E-379DC46F895A}" srcOrd="0" destOrd="0" presId="urn:microsoft.com/office/officeart/2018/2/layout/IconVerticalSolidList"/>
    <dgm:cxn modelId="{84B00B47-82FE-4BE9-BC0D-A8D5F794DD68}" type="presParOf" srcId="{A87301D9-AC84-4A7C-999E-379DC46F895A}" destId="{B3383ECA-2F72-45C9-ADEA-BABB0D659A10}" srcOrd="0" destOrd="0" presId="urn:microsoft.com/office/officeart/2018/2/layout/IconVerticalSolidList"/>
    <dgm:cxn modelId="{9C2622ED-9B0C-4F62-9C5B-3575ABCD15AD}" type="presParOf" srcId="{A87301D9-AC84-4A7C-999E-379DC46F895A}" destId="{3F823F30-E89D-40AE-9905-A948D688B6FC}" srcOrd="1" destOrd="0" presId="urn:microsoft.com/office/officeart/2018/2/layout/IconVerticalSolidList"/>
    <dgm:cxn modelId="{BC58BC08-F00B-4FEB-874A-6F9CCBB2203D}" type="presParOf" srcId="{A87301D9-AC84-4A7C-999E-379DC46F895A}" destId="{F49AE7EF-9E31-46E0-8BFC-6C17404E818E}" srcOrd="2" destOrd="0" presId="urn:microsoft.com/office/officeart/2018/2/layout/IconVerticalSolidList"/>
    <dgm:cxn modelId="{848A93A8-6DC5-4277-BF7E-21AD87A76E81}" type="presParOf" srcId="{A87301D9-AC84-4A7C-999E-379DC46F895A}" destId="{1E88BDA8-8AB6-49C3-A190-C18DDA5B96D4}" srcOrd="3" destOrd="0" presId="urn:microsoft.com/office/officeart/2018/2/layout/IconVerticalSolidList"/>
    <dgm:cxn modelId="{4C3C634E-17A7-4130-916A-AC33D3DFDAF3}" type="presParOf" srcId="{F2F1F2A6-327D-4FA8-B8A8-9EEA235DF32F}" destId="{DA9A8430-C372-42F7-9616-7100930A38B7}" srcOrd="1" destOrd="0" presId="urn:microsoft.com/office/officeart/2018/2/layout/IconVerticalSolidList"/>
    <dgm:cxn modelId="{F9FD318F-5C3B-4460-9E93-C133A8EE6E4F}" type="presParOf" srcId="{F2F1F2A6-327D-4FA8-B8A8-9EEA235DF32F}" destId="{9CA5383F-D6CB-492A-A222-5A5BE5E303C1}" srcOrd="2" destOrd="0" presId="urn:microsoft.com/office/officeart/2018/2/layout/IconVerticalSolidList"/>
    <dgm:cxn modelId="{A3AF08AB-C8F6-4AC1-BA48-AAC0B10BAF90}" type="presParOf" srcId="{9CA5383F-D6CB-492A-A222-5A5BE5E303C1}" destId="{D56B9718-B4B9-481D-A564-FA0C1BA48FA0}" srcOrd="0" destOrd="0" presId="urn:microsoft.com/office/officeart/2018/2/layout/IconVerticalSolidList"/>
    <dgm:cxn modelId="{1561A269-F312-42F0-A9CE-DDAF8DB3D261}" type="presParOf" srcId="{9CA5383F-D6CB-492A-A222-5A5BE5E303C1}" destId="{21C80E3A-AD56-47DF-B7DD-BCAA60E62A18}" srcOrd="1" destOrd="0" presId="urn:microsoft.com/office/officeart/2018/2/layout/IconVerticalSolidList"/>
    <dgm:cxn modelId="{1537CAA7-707B-48B0-8202-96A3ACD62DF8}" type="presParOf" srcId="{9CA5383F-D6CB-492A-A222-5A5BE5E303C1}" destId="{225D4330-67FA-4771-84B1-AA076DFE652F}" srcOrd="2" destOrd="0" presId="urn:microsoft.com/office/officeart/2018/2/layout/IconVerticalSolidList"/>
    <dgm:cxn modelId="{13524877-A8E2-4ED3-A7DA-ECC3F91039B9}" type="presParOf" srcId="{9CA5383F-D6CB-492A-A222-5A5BE5E303C1}" destId="{65A721F9-F716-449A-80CF-B117271BF6C9}" srcOrd="3" destOrd="0" presId="urn:microsoft.com/office/officeart/2018/2/layout/IconVerticalSolidList"/>
    <dgm:cxn modelId="{515F1C00-8D8F-4626-8FBF-E2C94E78B312}" type="presParOf" srcId="{F2F1F2A6-327D-4FA8-B8A8-9EEA235DF32F}" destId="{A543474F-A94E-40AA-A90B-6AC65F6AB169}" srcOrd="3" destOrd="0" presId="urn:microsoft.com/office/officeart/2018/2/layout/IconVerticalSolidList"/>
    <dgm:cxn modelId="{C8165437-1799-4DCB-BFF3-8F8250B44B48}" type="presParOf" srcId="{F2F1F2A6-327D-4FA8-B8A8-9EEA235DF32F}" destId="{53D4F637-66A4-488A-AC4F-711DC4285250}" srcOrd="4" destOrd="0" presId="urn:microsoft.com/office/officeart/2018/2/layout/IconVerticalSolidList"/>
    <dgm:cxn modelId="{DE338DD1-0A2F-4324-B8F5-86EC13CB030B}" type="presParOf" srcId="{53D4F637-66A4-488A-AC4F-711DC4285250}" destId="{1D82F176-5170-4BBE-8B68-93205AA94E8F}" srcOrd="0" destOrd="0" presId="urn:microsoft.com/office/officeart/2018/2/layout/IconVerticalSolidList"/>
    <dgm:cxn modelId="{3D2A8596-8EF9-4255-84CB-01489E2D5A49}" type="presParOf" srcId="{53D4F637-66A4-488A-AC4F-711DC4285250}" destId="{363193C7-9B2D-4664-8EBD-A59D0D816CF1}" srcOrd="1" destOrd="0" presId="urn:microsoft.com/office/officeart/2018/2/layout/IconVerticalSolidList"/>
    <dgm:cxn modelId="{F739C226-0157-4696-9383-716631BEC910}" type="presParOf" srcId="{53D4F637-66A4-488A-AC4F-711DC4285250}" destId="{91D02AD5-00DA-447C-BBDB-EFB400C8F780}" srcOrd="2" destOrd="0" presId="urn:microsoft.com/office/officeart/2018/2/layout/IconVerticalSolidList"/>
    <dgm:cxn modelId="{45273489-A056-4207-8541-934676EA1680}" type="presParOf" srcId="{53D4F637-66A4-488A-AC4F-711DC4285250}" destId="{C6DFEC74-4239-4AA8-9BC5-060636EB56DE}" srcOrd="3" destOrd="0" presId="urn:microsoft.com/office/officeart/2018/2/layout/IconVerticalSolidList"/>
    <dgm:cxn modelId="{9E00769D-9BC4-4470-8EF7-E1DB4E8DD67B}" type="presParOf" srcId="{F2F1F2A6-327D-4FA8-B8A8-9EEA235DF32F}" destId="{6F3927A1-9755-433B-B516-692D4DEE03C8}" srcOrd="5" destOrd="0" presId="urn:microsoft.com/office/officeart/2018/2/layout/IconVerticalSolidList"/>
    <dgm:cxn modelId="{9FB9FD6C-E8E1-428E-BBA2-83B98A8231A0}" type="presParOf" srcId="{F2F1F2A6-327D-4FA8-B8A8-9EEA235DF32F}" destId="{8FEDB635-5AB5-4CFB-ACC4-05736367BBE8}" srcOrd="6" destOrd="0" presId="urn:microsoft.com/office/officeart/2018/2/layout/IconVerticalSolidList"/>
    <dgm:cxn modelId="{810C08E9-3FB5-4E70-9232-23BB9D924978}" type="presParOf" srcId="{8FEDB635-5AB5-4CFB-ACC4-05736367BBE8}" destId="{70CEFF83-E854-4C12-AD17-5D57E31B0A20}" srcOrd="0" destOrd="0" presId="urn:microsoft.com/office/officeart/2018/2/layout/IconVerticalSolidList"/>
    <dgm:cxn modelId="{5F3E0F50-7506-4820-81E2-469BDD9B2377}" type="presParOf" srcId="{8FEDB635-5AB5-4CFB-ACC4-05736367BBE8}" destId="{E3C164E7-2861-4B0F-B585-08C748C10AE2}" srcOrd="1" destOrd="0" presId="urn:microsoft.com/office/officeart/2018/2/layout/IconVerticalSolidList"/>
    <dgm:cxn modelId="{375D06A2-2047-4A7B-8FAC-1E5D6D972BB2}" type="presParOf" srcId="{8FEDB635-5AB5-4CFB-ACC4-05736367BBE8}" destId="{C36E228B-3D1C-492A-B5F1-5B3D81351B08}" srcOrd="2" destOrd="0" presId="urn:microsoft.com/office/officeart/2018/2/layout/IconVerticalSolidList"/>
    <dgm:cxn modelId="{BB370816-4392-4C10-8ECA-C7103AD23AAA}" type="presParOf" srcId="{8FEDB635-5AB5-4CFB-ACC4-05736367BBE8}" destId="{A11C7334-5653-434D-A50F-ECBCCFEFC176}" srcOrd="3" destOrd="0" presId="urn:microsoft.com/office/officeart/2018/2/layout/IconVerticalSolidList"/>
    <dgm:cxn modelId="{EFD60EFD-9361-41E5-807F-FDC41D6005E7}" type="presParOf" srcId="{F2F1F2A6-327D-4FA8-B8A8-9EEA235DF32F}" destId="{4CE8DAA9-803F-41A3-90CA-7336B0B5BA9A}" srcOrd="7" destOrd="0" presId="urn:microsoft.com/office/officeart/2018/2/layout/IconVerticalSolidList"/>
    <dgm:cxn modelId="{ABC188E2-241E-4A8E-BB58-28187320795B}" type="presParOf" srcId="{F2F1F2A6-327D-4FA8-B8A8-9EEA235DF32F}" destId="{6FF0DC8A-F414-4C5B-8FA5-C6578757A4A4}" srcOrd="8" destOrd="0" presId="urn:microsoft.com/office/officeart/2018/2/layout/IconVerticalSolidList"/>
    <dgm:cxn modelId="{CB4B3EF7-2010-418D-A4AC-9F510C684E10}" type="presParOf" srcId="{6FF0DC8A-F414-4C5B-8FA5-C6578757A4A4}" destId="{6E971E30-BA79-48B2-A76A-8A5556C51F10}" srcOrd="0" destOrd="0" presId="urn:microsoft.com/office/officeart/2018/2/layout/IconVerticalSolidList"/>
    <dgm:cxn modelId="{C9EF8C59-42A1-4128-9C9F-24C55ED44EF8}" type="presParOf" srcId="{6FF0DC8A-F414-4C5B-8FA5-C6578757A4A4}" destId="{21DB3F8B-89C3-428D-87E3-042F88027095}" srcOrd="1" destOrd="0" presId="urn:microsoft.com/office/officeart/2018/2/layout/IconVerticalSolidList"/>
    <dgm:cxn modelId="{743C7183-E9DD-4176-A95E-16BA72D9FBCF}" type="presParOf" srcId="{6FF0DC8A-F414-4C5B-8FA5-C6578757A4A4}" destId="{122993AC-9289-4401-93BC-A75CEC34802E}" srcOrd="2" destOrd="0" presId="urn:microsoft.com/office/officeart/2018/2/layout/IconVerticalSolidList"/>
    <dgm:cxn modelId="{C10D220A-DC05-4738-928B-AFB51315FADE}" type="presParOf" srcId="{6FF0DC8A-F414-4C5B-8FA5-C6578757A4A4}" destId="{8BE0D7F2-128F-493C-BD57-15D05B891C1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417C21-8DBA-4FF8-AEFD-14D06F411457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B852EEE-EE09-473A-AF8C-E75CE2F84CF6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 Assist at food banks or community gardens by helping with food distribution, gardening, or organizing community events.</a:t>
          </a:r>
        </a:p>
      </dgm:t>
    </dgm:pt>
    <dgm:pt modelId="{242219C3-FCCD-4050-9E2D-7DBC57717FC9}" type="parTrans" cxnId="{05A85C51-5D18-4633-897B-346A1E0627D1}">
      <dgm:prSet/>
      <dgm:spPr/>
      <dgm:t>
        <a:bodyPr/>
        <a:lstStyle/>
        <a:p>
          <a:endParaRPr lang="en-US"/>
        </a:p>
      </dgm:t>
    </dgm:pt>
    <dgm:pt modelId="{9B6FDF09-13EC-4785-8A02-C7BAAD8FDADA}" type="sibTrans" cxnId="{05A85C51-5D18-4633-897B-346A1E0627D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0DE52C08-0E24-4D54-818E-820FA367D7C0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Create and run campaigns or workshops to raise awareness about nutrition, food security, and sustainable agriculture in your school or community.</a:t>
          </a:r>
        </a:p>
      </dgm:t>
    </dgm:pt>
    <dgm:pt modelId="{F65372AC-5DFC-40C4-895C-2DAD2D6D2721}" type="parTrans" cxnId="{7EF7E797-43E7-49D9-ACA9-CD428E207E96}">
      <dgm:prSet/>
      <dgm:spPr/>
      <dgm:t>
        <a:bodyPr/>
        <a:lstStyle/>
        <a:p>
          <a:endParaRPr lang="en-US"/>
        </a:p>
      </dgm:t>
    </dgm:pt>
    <dgm:pt modelId="{C55B4566-4497-4A3D-8020-0BD72A2FCE09}" type="sibTrans" cxnId="{7EF7E797-43E7-49D9-ACA9-CD428E207E96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9E1A48B-5FAE-439D-AF7F-DEB77FAB8ADA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Initiate a garden project at your school or community center to grow fruits, vegetables, and herbs.</a:t>
          </a:r>
        </a:p>
      </dgm:t>
    </dgm:pt>
    <dgm:pt modelId="{47B44080-FF2D-4EBF-9CB3-E405EE5D2F04}" type="parTrans" cxnId="{9C091A6C-E245-45EC-9A6C-B76B14A05627}">
      <dgm:prSet/>
      <dgm:spPr/>
      <dgm:t>
        <a:bodyPr/>
        <a:lstStyle/>
        <a:p>
          <a:endParaRPr lang="en-US"/>
        </a:p>
      </dgm:t>
    </dgm:pt>
    <dgm:pt modelId="{B56902FD-3016-476B-8CCE-6F7EF701B61B}" type="sibTrans" cxnId="{9C091A6C-E245-45EC-9A6C-B76B14A05627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49AF81F-3571-48DF-BC0A-44E78FBCA867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Campaign for sustainable food practices in your school cafeteria or community, such as reducing food waste, supporting local farmers, or promoting plant-based options.</a:t>
          </a:r>
        </a:p>
      </dgm:t>
    </dgm:pt>
    <dgm:pt modelId="{009FF5A9-0853-41D6-8AC1-EBDF00502120}" type="parTrans" cxnId="{260A0507-7BFA-4EE7-86FE-D1905C094005}">
      <dgm:prSet/>
      <dgm:spPr/>
      <dgm:t>
        <a:bodyPr/>
        <a:lstStyle/>
        <a:p>
          <a:endParaRPr lang="en-US"/>
        </a:p>
      </dgm:t>
    </dgm:pt>
    <dgm:pt modelId="{113CEE6E-01E3-428A-8C71-CDEFF40EDF64}" type="sibTrans" cxnId="{260A0507-7BFA-4EE7-86FE-D1905C094005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34CE83D-1610-4946-BA3D-B0550D3F45C5}">
      <dgm:prSet custT="1"/>
      <dgm:spPr>
        <a:solidFill>
          <a:schemeClr val="accent2">
            <a:lumMod val="40000"/>
            <a:lumOff val="60000"/>
          </a:schemeClr>
        </a:solidFill>
      </dgm:spPr>
      <dgm:t>
        <a:bodyPr/>
        <a:lstStyle/>
        <a:p>
          <a:pPr>
            <a:lnSpc>
              <a:spcPct val="100000"/>
            </a:lnSpc>
          </a:pPr>
          <a:r>
            <a:rPr lang="en-US" sz="2400" dirty="0"/>
            <a:t>Engage in research projects or surveys that assess local food security issues, nutritional needs, or agricultural practices.</a:t>
          </a:r>
        </a:p>
      </dgm:t>
    </dgm:pt>
    <dgm:pt modelId="{D2661D43-D04C-4C1B-85D0-FB5F0A621177}" type="parTrans" cxnId="{B3A7D027-3640-4DC0-A937-E146917ADF15}">
      <dgm:prSet/>
      <dgm:spPr/>
      <dgm:t>
        <a:bodyPr/>
        <a:lstStyle/>
        <a:p>
          <a:endParaRPr lang="en-US"/>
        </a:p>
      </dgm:t>
    </dgm:pt>
    <dgm:pt modelId="{A3086306-0B65-4365-9C9F-2113F87474CD}" type="sibTrans" cxnId="{B3A7D027-3640-4DC0-A937-E146917ADF15}">
      <dgm:prSet/>
      <dgm:spPr/>
      <dgm:t>
        <a:bodyPr/>
        <a:lstStyle/>
        <a:p>
          <a:endParaRPr lang="en-US"/>
        </a:p>
      </dgm:t>
    </dgm:pt>
    <dgm:pt modelId="{6CFB255A-E793-4E1D-82AD-D966E66E7E8A}" type="pres">
      <dgm:prSet presAssocID="{3C417C21-8DBA-4FF8-AEFD-14D06F41145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9E3F5E9-BA77-421D-8F36-F5D2396B06FB}" type="pres">
      <dgm:prSet presAssocID="{CB852EEE-EE09-473A-AF8C-E75CE2F84CF6}" presName="compNode" presStyleCnt="0"/>
      <dgm:spPr/>
    </dgm:pt>
    <dgm:pt modelId="{78900AB6-6DED-4F66-A5AD-7CC839215271}" type="pres">
      <dgm:prSet presAssocID="{CB852EEE-EE09-473A-AF8C-E75CE2F84CF6}" presName="bgRect" presStyleLbl="bgShp" presStyleIdx="0" presStyleCnt="5"/>
      <dgm:spPr/>
    </dgm:pt>
    <dgm:pt modelId="{B5BFFA9A-2A41-4012-B605-4D8C7764B3F1}" type="pres">
      <dgm:prSet presAssocID="{CB852EEE-EE09-473A-AF8C-E75CE2F84CF6}" presName="iconRect" presStyleLbl="node1" presStyleIdx="0" presStyleCnt="5" custScaleX="161401" custScaleY="11924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Watering pot"/>
        </a:ext>
      </dgm:extLst>
    </dgm:pt>
    <dgm:pt modelId="{288ABA91-2A04-44DA-AF87-30EC3636E6F3}" type="pres">
      <dgm:prSet presAssocID="{CB852EEE-EE09-473A-AF8C-E75CE2F84CF6}" presName="spaceRect" presStyleCnt="0"/>
      <dgm:spPr/>
    </dgm:pt>
    <dgm:pt modelId="{03ABCAAD-F5C8-48BC-BE70-632F5746F156}" type="pres">
      <dgm:prSet presAssocID="{CB852EEE-EE09-473A-AF8C-E75CE2F84CF6}" presName="parTx" presStyleLbl="revTx" presStyleIdx="0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11B453EC-4CE2-4091-A2B1-469626C8A94B}" type="pres">
      <dgm:prSet presAssocID="{9B6FDF09-13EC-4785-8A02-C7BAAD8FDADA}" presName="sibTrans" presStyleCnt="0"/>
      <dgm:spPr/>
    </dgm:pt>
    <dgm:pt modelId="{B7B3F964-49E4-439B-A485-5E1FB4748101}" type="pres">
      <dgm:prSet presAssocID="{0DE52C08-0E24-4D54-818E-820FA367D7C0}" presName="compNode" presStyleCnt="0"/>
      <dgm:spPr/>
    </dgm:pt>
    <dgm:pt modelId="{5A5CB97E-5471-4BB8-BB4B-587EA979FDEF}" type="pres">
      <dgm:prSet presAssocID="{0DE52C08-0E24-4D54-818E-820FA367D7C0}" presName="bgRect" presStyleLbl="bgShp" presStyleIdx="1" presStyleCnt="5"/>
      <dgm:spPr/>
    </dgm:pt>
    <dgm:pt modelId="{5E241D8A-4DC3-45B3-9810-C819613B1013}" type="pres">
      <dgm:prSet presAssocID="{0DE52C08-0E24-4D54-818E-820FA367D7C0}" presName="iconRect" presStyleLbl="node1" presStyleIdx="1" presStyleCnt="5" custScaleX="166261" custScaleY="11180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arm scene"/>
        </a:ext>
      </dgm:extLst>
    </dgm:pt>
    <dgm:pt modelId="{D60943BE-8DD4-44C8-9091-C536920BFF19}" type="pres">
      <dgm:prSet presAssocID="{0DE52C08-0E24-4D54-818E-820FA367D7C0}" presName="spaceRect" presStyleCnt="0"/>
      <dgm:spPr/>
    </dgm:pt>
    <dgm:pt modelId="{D1C47584-CBF3-43C3-A5A1-CDE8E9CF4E63}" type="pres">
      <dgm:prSet presAssocID="{0DE52C08-0E24-4D54-818E-820FA367D7C0}" presName="parTx" presStyleLbl="revTx" presStyleIdx="1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41BEED21-ED12-42FA-A4DC-06624B595457}" type="pres">
      <dgm:prSet presAssocID="{C55B4566-4497-4A3D-8020-0BD72A2FCE09}" presName="sibTrans" presStyleCnt="0"/>
      <dgm:spPr/>
    </dgm:pt>
    <dgm:pt modelId="{4CA37CA4-5350-466E-9E0E-5A6F16922E0A}" type="pres">
      <dgm:prSet presAssocID="{19E1A48B-5FAE-439D-AF7F-DEB77FAB8ADA}" presName="compNode" presStyleCnt="0"/>
      <dgm:spPr/>
    </dgm:pt>
    <dgm:pt modelId="{2F742C1F-B2B7-405D-AFF0-F65903A999CC}" type="pres">
      <dgm:prSet presAssocID="{19E1A48B-5FAE-439D-AF7F-DEB77FAB8ADA}" presName="bgRect" presStyleLbl="bgShp" presStyleIdx="2" presStyleCnt="5"/>
      <dgm:spPr/>
    </dgm:pt>
    <dgm:pt modelId="{85C3E320-2C3B-4DBC-B6CB-62F2FA37E0EE}" type="pres">
      <dgm:prSet presAssocID="{19E1A48B-5FAE-439D-AF7F-DEB77FAB8ADA}" presName="iconRect" presStyleLbl="node1" presStyleIdx="2" presStyleCnt="5" custScaleX="141961" custScaleY="11408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A0B3509C-8FD1-4A28-840A-A64BB625428D}" type="pres">
      <dgm:prSet presAssocID="{19E1A48B-5FAE-439D-AF7F-DEB77FAB8ADA}" presName="spaceRect" presStyleCnt="0"/>
      <dgm:spPr/>
    </dgm:pt>
    <dgm:pt modelId="{6C61F4CC-E260-445D-8CBE-8EB30CDEF1A9}" type="pres">
      <dgm:prSet presAssocID="{19E1A48B-5FAE-439D-AF7F-DEB77FAB8ADA}" presName="parTx" presStyleLbl="revTx" presStyleIdx="2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C264F1EF-7627-47B0-BFA6-03AADF469C28}" type="pres">
      <dgm:prSet presAssocID="{B56902FD-3016-476B-8CCE-6F7EF701B61B}" presName="sibTrans" presStyleCnt="0"/>
      <dgm:spPr/>
    </dgm:pt>
    <dgm:pt modelId="{26B5F62A-896A-464B-91E9-A63B463590BC}" type="pres">
      <dgm:prSet presAssocID="{349AF81F-3571-48DF-BC0A-44E78FBCA867}" presName="compNode" presStyleCnt="0"/>
      <dgm:spPr/>
    </dgm:pt>
    <dgm:pt modelId="{D543889B-773B-41C5-BC16-35DC2BAEB98A}" type="pres">
      <dgm:prSet presAssocID="{349AF81F-3571-48DF-BC0A-44E78FBCA867}" presName="bgRect" presStyleLbl="bgShp" presStyleIdx="3" presStyleCnt="5"/>
      <dgm:spPr/>
    </dgm:pt>
    <dgm:pt modelId="{A8BD8834-9AD2-4F88-BD1E-F7626D284F85}" type="pres">
      <dgm:prSet presAssocID="{349AF81F-3571-48DF-BC0A-44E78FBCA867}" presName="iconRect" presStyleLbl="node1" presStyleIdx="3" presStyleCnt="5" custScaleX="210000" custScaleY="111509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eds"/>
        </a:ext>
      </dgm:extLst>
    </dgm:pt>
    <dgm:pt modelId="{9E5F18F9-E5F0-448F-80BC-5766C5C2D097}" type="pres">
      <dgm:prSet presAssocID="{349AF81F-3571-48DF-BC0A-44E78FBCA867}" presName="spaceRect" presStyleCnt="0"/>
      <dgm:spPr/>
    </dgm:pt>
    <dgm:pt modelId="{B99A9CEB-D989-406E-82F8-0DF3471550C4}" type="pres">
      <dgm:prSet presAssocID="{349AF81F-3571-48DF-BC0A-44E78FBCA867}" presName="parTx" presStyleLbl="revTx" presStyleIdx="3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E053DC5A-9457-406B-A8E8-8990F327D27C}" type="pres">
      <dgm:prSet presAssocID="{113CEE6E-01E3-428A-8C71-CDEFF40EDF64}" presName="sibTrans" presStyleCnt="0"/>
      <dgm:spPr/>
    </dgm:pt>
    <dgm:pt modelId="{A62E9260-A0B0-4978-BFCD-8412D9CFEA7B}" type="pres">
      <dgm:prSet presAssocID="{934CE83D-1610-4946-BA3D-B0550D3F45C5}" presName="compNode" presStyleCnt="0"/>
      <dgm:spPr/>
    </dgm:pt>
    <dgm:pt modelId="{B759F207-6E2B-4848-A703-2B571F17F523}" type="pres">
      <dgm:prSet presAssocID="{934CE83D-1610-4946-BA3D-B0550D3F45C5}" presName="bgRect" presStyleLbl="bgShp" presStyleIdx="4" presStyleCnt="5"/>
      <dgm:spPr/>
    </dgm:pt>
    <dgm:pt modelId="{EE444FAC-5B88-460E-9D12-D05C571B018B}" type="pres">
      <dgm:prSet presAssocID="{934CE83D-1610-4946-BA3D-B0550D3F45C5}" presName="iconRect" presStyleLbl="node1" presStyleIdx="4" presStyleCnt="5" custScaleX="210000" custScaleY="119483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hef"/>
        </a:ext>
      </dgm:extLst>
    </dgm:pt>
    <dgm:pt modelId="{E3454F77-218B-4CC0-A4D5-2380D63E436A}" type="pres">
      <dgm:prSet presAssocID="{934CE83D-1610-4946-BA3D-B0550D3F45C5}" presName="spaceRect" presStyleCnt="0"/>
      <dgm:spPr/>
    </dgm:pt>
    <dgm:pt modelId="{05911CF6-3801-4951-BC15-620DA25AFC1C}" type="pres">
      <dgm:prSet presAssocID="{934CE83D-1610-4946-BA3D-B0550D3F45C5}" presName="parTx" presStyleLbl="revTx" presStyleIdx="4" presStyleCnt="5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D5973B11-13B0-420C-BA06-F642E11A00D5}" type="presOf" srcId="{0DE52C08-0E24-4D54-818E-820FA367D7C0}" destId="{D1C47584-CBF3-43C3-A5A1-CDE8E9CF4E63}" srcOrd="0" destOrd="0" presId="urn:microsoft.com/office/officeart/2018/2/layout/IconVerticalSolidList"/>
    <dgm:cxn modelId="{9C091A6C-E245-45EC-9A6C-B76B14A05627}" srcId="{3C417C21-8DBA-4FF8-AEFD-14D06F411457}" destId="{19E1A48B-5FAE-439D-AF7F-DEB77FAB8ADA}" srcOrd="2" destOrd="0" parTransId="{47B44080-FF2D-4EBF-9CB3-E405EE5D2F04}" sibTransId="{B56902FD-3016-476B-8CCE-6F7EF701B61B}"/>
    <dgm:cxn modelId="{A0897D02-D6CB-4A32-945E-F61B94AE268F}" type="presOf" srcId="{934CE83D-1610-4946-BA3D-B0550D3F45C5}" destId="{05911CF6-3801-4951-BC15-620DA25AFC1C}" srcOrd="0" destOrd="0" presId="urn:microsoft.com/office/officeart/2018/2/layout/IconVerticalSolidList"/>
    <dgm:cxn modelId="{38C3510E-E2A7-45BA-A486-305C19DDCFCD}" type="presOf" srcId="{3C417C21-8DBA-4FF8-AEFD-14D06F411457}" destId="{6CFB255A-E793-4E1D-82AD-D966E66E7E8A}" srcOrd="0" destOrd="0" presId="urn:microsoft.com/office/officeart/2018/2/layout/IconVerticalSolidList"/>
    <dgm:cxn modelId="{7EF7E797-43E7-49D9-ACA9-CD428E207E96}" srcId="{3C417C21-8DBA-4FF8-AEFD-14D06F411457}" destId="{0DE52C08-0E24-4D54-818E-820FA367D7C0}" srcOrd="1" destOrd="0" parTransId="{F65372AC-5DFC-40C4-895C-2DAD2D6D2721}" sibTransId="{C55B4566-4497-4A3D-8020-0BD72A2FCE09}"/>
    <dgm:cxn modelId="{05A85C51-5D18-4633-897B-346A1E0627D1}" srcId="{3C417C21-8DBA-4FF8-AEFD-14D06F411457}" destId="{CB852EEE-EE09-473A-AF8C-E75CE2F84CF6}" srcOrd="0" destOrd="0" parTransId="{242219C3-FCCD-4050-9E2D-7DBC57717FC9}" sibTransId="{9B6FDF09-13EC-4785-8A02-C7BAAD8FDADA}"/>
    <dgm:cxn modelId="{B3A7D027-3640-4DC0-A937-E146917ADF15}" srcId="{3C417C21-8DBA-4FF8-AEFD-14D06F411457}" destId="{934CE83D-1610-4946-BA3D-B0550D3F45C5}" srcOrd="4" destOrd="0" parTransId="{D2661D43-D04C-4C1B-85D0-FB5F0A621177}" sibTransId="{A3086306-0B65-4365-9C9F-2113F87474CD}"/>
    <dgm:cxn modelId="{C84C3A8F-1B61-4C22-ABFA-FAEB99C26BA9}" type="presOf" srcId="{19E1A48B-5FAE-439D-AF7F-DEB77FAB8ADA}" destId="{6C61F4CC-E260-445D-8CBE-8EB30CDEF1A9}" srcOrd="0" destOrd="0" presId="urn:microsoft.com/office/officeart/2018/2/layout/IconVerticalSolidList"/>
    <dgm:cxn modelId="{747C352D-98C3-4DEC-86BB-7122989C10C7}" type="presOf" srcId="{CB852EEE-EE09-473A-AF8C-E75CE2F84CF6}" destId="{03ABCAAD-F5C8-48BC-BE70-632F5746F156}" srcOrd="0" destOrd="0" presId="urn:microsoft.com/office/officeart/2018/2/layout/IconVerticalSolidList"/>
    <dgm:cxn modelId="{7198342D-4B0B-4D0C-B6A8-33B8BA8C275B}" type="presOf" srcId="{349AF81F-3571-48DF-BC0A-44E78FBCA867}" destId="{B99A9CEB-D989-406E-82F8-0DF3471550C4}" srcOrd="0" destOrd="0" presId="urn:microsoft.com/office/officeart/2018/2/layout/IconVerticalSolidList"/>
    <dgm:cxn modelId="{260A0507-7BFA-4EE7-86FE-D1905C094005}" srcId="{3C417C21-8DBA-4FF8-AEFD-14D06F411457}" destId="{349AF81F-3571-48DF-BC0A-44E78FBCA867}" srcOrd="3" destOrd="0" parTransId="{009FF5A9-0853-41D6-8AC1-EBDF00502120}" sibTransId="{113CEE6E-01E3-428A-8C71-CDEFF40EDF64}"/>
    <dgm:cxn modelId="{07E0E9B9-8A40-4CFA-9758-AE83391C936E}" type="presParOf" srcId="{6CFB255A-E793-4E1D-82AD-D966E66E7E8A}" destId="{89E3F5E9-BA77-421D-8F36-F5D2396B06FB}" srcOrd="0" destOrd="0" presId="urn:microsoft.com/office/officeart/2018/2/layout/IconVerticalSolidList"/>
    <dgm:cxn modelId="{94029931-D383-485D-B1DF-B7737702E2C6}" type="presParOf" srcId="{89E3F5E9-BA77-421D-8F36-F5D2396B06FB}" destId="{78900AB6-6DED-4F66-A5AD-7CC839215271}" srcOrd="0" destOrd="0" presId="urn:microsoft.com/office/officeart/2018/2/layout/IconVerticalSolidList"/>
    <dgm:cxn modelId="{D340F85B-769F-4D9F-82B3-565B2A75F8F0}" type="presParOf" srcId="{89E3F5E9-BA77-421D-8F36-F5D2396B06FB}" destId="{B5BFFA9A-2A41-4012-B605-4D8C7764B3F1}" srcOrd="1" destOrd="0" presId="urn:microsoft.com/office/officeart/2018/2/layout/IconVerticalSolidList"/>
    <dgm:cxn modelId="{AF527EDA-417C-4DC7-8367-FC95A22B27DE}" type="presParOf" srcId="{89E3F5E9-BA77-421D-8F36-F5D2396B06FB}" destId="{288ABA91-2A04-44DA-AF87-30EC3636E6F3}" srcOrd="2" destOrd="0" presId="urn:microsoft.com/office/officeart/2018/2/layout/IconVerticalSolidList"/>
    <dgm:cxn modelId="{380997EE-B8B0-428C-B9BB-7167A6084AED}" type="presParOf" srcId="{89E3F5E9-BA77-421D-8F36-F5D2396B06FB}" destId="{03ABCAAD-F5C8-48BC-BE70-632F5746F156}" srcOrd="3" destOrd="0" presId="urn:microsoft.com/office/officeart/2018/2/layout/IconVerticalSolidList"/>
    <dgm:cxn modelId="{54AB1020-DD93-4B7A-B986-DBEA769496DF}" type="presParOf" srcId="{6CFB255A-E793-4E1D-82AD-D966E66E7E8A}" destId="{11B453EC-4CE2-4091-A2B1-469626C8A94B}" srcOrd="1" destOrd="0" presId="urn:microsoft.com/office/officeart/2018/2/layout/IconVerticalSolidList"/>
    <dgm:cxn modelId="{1E1E4982-741C-420E-83CA-DF9224472986}" type="presParOf" srcId="{6CFB255A-E793-4E1D-82AD-D966E66E7E8A}" destId="{B7B3F964-49E4-439B-A485-5E1FB4748101}" srcOrd="2" destOrd="0" presId="urn:microsoft.com/office/officeart/2018/2/layout/IconVerticalSolidList"/>
    <dgm:cxn modelId="{D913D688-EE85-4783-8E4D-165EB1AB4B13}" type="presParOf" srcId="{B7B3F964-49E4-439B-A485-5E1FB4748101}" destId="{5A5CB97E-5471-4BB8-BB4B-587EA979FDEF}" srcOrd="0" destOrd="0" presId="urn:microsoft.com/office/officeart/2018/2/layout/IconVerticalSolidList"/>
    <dgm:cxn modelId="{0462AC48-4384-45C7-AD94-7AE129A0CF85}" type="presParOf" srcId="{B7B3F964-49E4-439B-A485-5E1FB4748101}" destId="{5E241D8A-4DC3-45B3-9810-C819613B1013}" srcOrd="1" destOrd="0" presId="urn:microsoft.com/office/officeart/2018/2/layout/IconVerticalSolidList"/>
    <dgm:cxn modelId="{B3DAE960-2C23-483B-948B-5AC4E88F1167}" type="presParOf" srcId="{B7B3F964-49E4-439B-A485-5E1FB4748101}" destId="{D60943BE-8DD4-44C8-9091-C536920BFF19}" srcOrd="2" destOrd="0" presId="urn:microsoft.com/office/officeart/2018/2/layout/IconVerticalSolidList"/>
    <dgm:cxn modelId="{EB4D1807-9B8E-4212-B366-49FB0653790E}" type="presParOf" srcId="{B7B3F964-49E4-439B-A485-5E1FB4748101}" destId="{D1C47584-CBF3-43C3-A5A1-CDE8E9CF4E63}" srcOrd="3" destOrd="0" presId="urn:microsoft.com/office/officeart/2018/2/layout/IconVerticalSolidList"/>
    <dgm:cxn modelId="{8DE2F8F8-BCE2-4308-A7A8-C706CEDEE9C1}" type="presParOf" srcId="{6CFB255A-E793-4E1D-82AD-D966E66E7E8A}" destId="{41BEED21-ED12-42FA-A4DC-06624B595457}" srcOrd="3" destOrd="0" presId="urn:microsoft.com/office/officeart/2018/2/layout/IconVerticalSolidList"/>
    <dgm:cxn modelId="{58B82017-6380-4EE1-9E82-A7C321C9BA42}" type="presParOf" srcId="{6CFB255A-E793-4E1D-82AD-D966E66E7E8A}" destId="{4CA37CA4-5350-466E-9E0E-5A6F16922E0A}" srcOrd="4" destOrd="0" presId="urn:microsoft.com/office/officeart/2018/2/layout/IconVerticalSolidList"/>
    <dgm:cxn modelId="{2634CE51-FE18-47BF-808C-3AF8928F4E30}" type="presParOf" srcId="{4CA37CA4-5350-466E-9E0E-5A6F16922E0A}" destId="{2F742C1F-B2B7-405D-AFF0-F65903A999CC}" srcOrd="0" destOrd="0" presId="urn:microsoft.com/office/officeart/2018/2/layout/IconVerticalSolidList"/>
    <dgm:cxn modelId="{0DC2372C-4F69-4829-BD97-9F5D35D88A06}" type="presParOf" srcId="{4CA37CA4-5350-466E-9E0E-5A6F16922E0A}" destId="{85C3E320-2C3B-4DBC-B6CB-62F2FA37E0EE}" srcOrd="1" destOrd="0" presId="urn:microsoft.com/office/officeart/2018/2/layout/IconVerticalSolidList"/>
    <dgm:cxn modelId="{223455F1-41B4-4265-88FB-479411605A5F}" type="presParOf" srcId="{4CA37CA4-5350-466E-9E0E-5A6F16922E0A}" destId="{A0B3509C-8FD1-4A28-840A-A64BB625428D}" srcOrd="2" destOrd="0" presId="urn:microsoft.com/office/officeart/2018/2/layout/IconVerticalSolidList"/>
    <dgm:cxn modelId="{32E8BBC9-B307-4A09-B93D-CB7BAF5ED147}" type="presParOf" srcId="{4CA37CA4-5350-466E-9E0E-5A6F16922E0A}" destId="{6C61F4CC-E260-445D-8CBE-8EB30CDEF1A9}" srcOrd="3" destOrd="0" presId="urn:microsoft.com/office/officeart/2018/2/layout/IconVerticalSolidList"/>
    <dgm:cxn modelId="{20CF4351-DC71-4F9A-B76A-47CCECF66198}" type="presParOf" srcId="{6CFB255A-E793-4E1D-82AD-D966E66E7E8A}" destId="{C264F1EF-7627-47B0-BFA6-03AADF469C28}" srcOrd="5" destOrd="0" presId="urn:microsoft.com/office/officeart/2018/2/layout/IconVerticalSolidList"/>
    <dgm:cxn modelId="{0315B128-761A-4C89-B008-6A0282234143}" type="presParOf" srcId="{6CFB255A-E793-4E1D-82AD-D966E66E7E8A}" destId="{26B5F62A-896A-464B-91E9-A63B463590BC}" srcOrd="6" destOrd="0" presId="urn:microsoft.com/office/officeart/2018/2/layout/IconVerticalSolidList"/>
    <dgm:cxn modelId="{EF6836A4-86AE-477C-94A3-A029FFDB1DAC}" type="presParOf" srcId="{26B5F62A-896A-464B-91E9-A63B463590BC}" destId="{D543889B-773B-41C5-BC16-35DC2BAEB98A}" srcOrd="0" destOrd="0" presId="urn:microsoft.com/office/officeart/2018/2/layout/IconVerticalSolidList"/>
    <dgm:cxn modelId="{E5B08061-8862-4321-8859-DD60F8DB8557}" type="presParOf" srcId="{26B5F62A-896A-464B-91E9-A63B463590BC}" destId="{A8BD8834-9AD2-4F88-BD1E-F7626D284F85}" srcOrd="1" destOrd="0" presId="urn:microsoft.com/office/officeart/2018/2/layout/IconVerticalSolidList"/>
    <dgm:cxn modelId="{EF8FAEA4-23E5-4013-A973-032D174F89D8}" type="presParOf" srcId="{26B5F62A-896A-464B-91E9-A63B463590BC}" destId="{9E5F18F9-E5F0-448F-80BC-5766C5C2D097}" srcOrd="2" destOrd="0" presId="urn:microsoft.com/office/officeart/2018/2/layout/IconVerticalSolidList"/>
    <dgm:cxn modelId="{7D88DCAF-D1F0-4283-8161-5E897CC1D758}" type="presParOf" srcId="{26B5F62A-896A-464B-91E9-A63B463590BC}" destId="{B99A9CEB-D989-406E-82F8-0DF3471550C4}" srcOrd="3" destOrd="0" presId="urn:microsoft.com/office/officeart/2018/2/layout/IconVerticalSolidList"/>
    <dgm:cxn modelId="{CCF14F9D-84FB-4BE6-9076-1E632E990139}" type="presParOf" srcId="{6CFB255A-E793-4E1D-82AD-D966E66E7E8A}" destId="{E053DC5A-9457-406B-A8E8-8990F327D27C}" srcOrd="7" destOrd="0" presId="urn:microsoft.com/office/officeart/2018/2/layout/IconVerticalSolidList"/>
    <dgm:cxn modelId="{395A767B-B4C4-476D-8C44-665BD090B00A}" type="presParOf" srcId="{6CFB255A-E793-4E1D-82AD-D966E66E7E8A}" destId="{A62E9260-A0B0-4978-BFCD-8412D9CFEA7B}" srcOrd="8" destOrd="0" presId="urn:microsoft.com/office/officeart/2018/2/layout/IconVerticalSolidList"/>
    <dgm:cxn modelId="{CFAB7A35-99DC-4003-880E-3D642E56FCEF}" type="presParOf" srcId="{A62E9260-A0B0-4978-BFCD-8412D9CFEA7B}" destId="{B759F207-6E2B-4848-A703-2B571F17F523}" srcOrd="0" destOrd="0" presId="urn:microsoft.com/office/officeart/2018/2/layout/IconVerticalSolidList"/>
    <dgm:cxn modelId="{6A843345-7B82-467A-AB3A-54F9000E567D}" type="presParOf" srcId="{A62E9260-A0B0-4978-BFCD-8412D9CFEA7B}" destId="{EE444FAC-5B88-460E-9D12-D05C571B018B}" srcOrd="1" destOrd="0" presId="urn:microsoft.com/office/officeart/2018/2/layout/IconVerticalSolidList"/>
    <dgm:cxn modelId="{1E35A5E6-4F76-402F-BF11-6FF609B98C11}" type="presParOf" srcId="{A62E9260-A0B0-4978-BFCD-8412D9CFEA7B}" destId="{E3454F77-218B-4CC0-A4D5-2380D63E436A}" srcOrd="2" destOrd="0" presId="urn:microsoft.com/office/officeart/2018/2/layout/IconVerticalSolidList"/>
    <dgm:cxn modelId="{24543186-82D4-4255-A0CF-666EBF2A23D5}" type="presParOf" srcId="{A62E9260-A0B0-4978-BFCD-8412D9CFEA7B}" destId="{05911CF6-3801-4951-BC15-620DA25AFC1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 xmlns="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3942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F68AB9-D808-B8DF-FF9A-12016AB28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68EA6F3-1FA2-FF91-5F99-14C90051CF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5E1983F-9A39-9703-F33D-5CB15A599B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022A25F9-5079-C87F-2004-82BB1DD6056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726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FC0DBB2-C623-8509-0D2D-F120C7369F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3F1B8ED-7A90-0937-C450-B01678623B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150DCE0-A91F-14A9-6AF7-A15EE7F71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78D588C-7860-4F97-57F9-5ADC23965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751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96ACCB-F90D-9962-B4FA-0B7A22623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CF72D39A-8E5C-1B9D-8147-D20315B3CA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D28DBE7-3B0B-88DA-2C60-67658456A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30DBAB25-52CA-3431-1E78-A002C9B9D4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87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20B97A-E4D4-CE92-00B8-9FC0FBAA4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3FE26CE-6E5C-548D-2C46-FBDB8C8A6C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5A57B669-8C01-8B82-3706-7C83B27911A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A4AC8985-1F68-2F68-DFA5-AD91597423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609000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576A0F1B-E76A-943C-31C1-D136754F30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391DD1ED-A1A5-0050-6FAD-E5B5A6E60B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64B6465-34AF-D74C-3EC6-7C80A91AD6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29E05A39-8134-14AF-0DFA-753D1F8D581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06754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0B0A950-3636-746E-D142-AB5173ECF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E29A92E8-87C5-7D70-AAB8-2EED6EE907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D7B6EEF3-D784-5F55-18AF-622A2C4AB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093698E-E7D8-2DE9-2B7A-66AE1E0A31E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33164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8C85681-8DF6-8BDC-AD38-B2191FCBB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FCE19C8-6717-DE8B-8AA4-AD1AA6638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18D9343-05F7-70D0-2567-A2E9107624F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C9C45DB-2DDF-6E17-9713-2A1403EDAC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3613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9DB0624-C407-E4AB-0E80-AA89A67B9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C270E29-E2E3-2212-DDED-B10B83A75CE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873D2604-3687-55C1-BA3E-93CCBF11934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DEBE7653-E46B-98DF-DB02-EBBD76D613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195201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E5C1639-8210-461C-F699-234B477BD9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645A922-52FE-8250-5B12-29997DA0373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4FEE099-F276-D5F2-3743-697917C2999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C307D019-85B9-B4E0-C850-E1C21DD70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936122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6C0CC8E-57EB-E1C5-18C3-3DDED4B1B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B624D2C-74E6-50A3-7197-F0ADB06E53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A772905E-0385-FB8C-6BB9-625C024481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8831BEE-BEAF-66B6-C4C4-F93929B41E7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9828791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07235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855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82669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683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71650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524307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9233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034379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914588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25573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BF96400-27AD-10FA-3CDD-B7D7B65C55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8F84E55-F5BD-BF80-29EC-06D37D8584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3D1577C9-0C68-DF3F-A86E-D6ACF6894D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7813AA54-DD2B-3709-9F8A-9231078F250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9800512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923749-0F22-E7A5-9F25-9A5FA2D1E0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C7A15B6-71D0-FF3A-AA90-350030AEB8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21E0206A-D8E1-E4CA-DC03-EF77C4397F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920F413A-63A0-0998-B0E1-32E1B87C7EE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82140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0961D13-CB6C-D279-2672-B759EAC40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2D4A2224-A39F-7547-535F-E64C579D2E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9BDBDB4C-EC07-939E-1002-4E8AE0284F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6C53761D-6CE7-9981-699D-D763F38B607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69229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Title-GrommetsCombine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230878" y="2245358"/>
            <a:ext cx="8178803" cy="1818640"/>
          </a:xfrm>
        </p:spPr>
        <p:txBody>
          <a:bodyPr anchor="b">
            <a:noAutofit/>
          </a:bodyPr>
          <a:lstStyle>
            <a:lvl1pPr algn="ctr">
              <a:defRPr sz="648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230878" y="4389117"/>
            <a:ext cx="8178803" cy="1584962"/>
          </a:xfrm>
        </p:spPr>
        <p:txBody>
          <a:bodyPr anchor="t">
            <a:normAutofit/>
          </a:bodyPr>
          <a:lstStyle>
            <a:lvl1pPr marL="0" indent="0" algn="ctr">
              <a:buNone/>
              <a:defRPr sz="2520">
                <a:solidFill>
                  <a:schemeClr val="tx1"/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579879" y="6045196"/>
            <a:ext cx="1076960" cy="335280"/>
          </a:xfrm>
        </p:spPr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30877" y="6045196"/>
            <a:ext cx="6257562" cy="33528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48281" y="6045196"/>
            <a:ext cx="661400" cy="335280"/>
          </a:xfrm>
        </p:spPr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3230879" y="4226557"/>
            <a:ext cx="817880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69941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876277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18083" y="2103127"/>
            <a:ext cx="9790426" cy="2187017"/>
          </a:xfrm>
        </p:spPr>
        <p:txBody>
          <a:bodyPr anchor="b">
            <a:normAutofit/>
          </a:bodyPr>
          <a:lstStyle>
            <a:lvl1pPr algn="ctr">
              <a:defRPr sz="528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18080" y="4615262"/>
            <a:ext cx="9790428" cy="1145456"/>
          </a:xfrm>
        </p:spPr>
        <p:txBody>
          <a:bodyPr anchor="t">
            <a:normAutofit/>
          </a:bodyPr>
          <a:lstStyle>
            <a:lvl1pPr marL="0" indent="0" algn="ctr"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415268" y="4452702"/>
            <a:ext cx="9796056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95694760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58138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17613" y="3072384"/>
            <a:ext cx="5661965" cy="397215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6922001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54480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16805" y="3190240"/>
            <a:ext cx="5661965" cy="691514"/>
          </a:xfrm>
        </p:spPr>
        <p:txBody>
          <a:bodyPr anchor="b">
            <a:noAutofit/>
          </a:bodyPr>
          <a:lstStyle>
            <a:lvl1pPr marL="0" indent="0">
              <a:buNone/>
              <a:defRPr sz="3360" b="0">
                <a:solidFill>
                  <a:schemeClr val="accent1"/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16805" y="3891915"/>
            <a:ext cx="5661965" cy="3159126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058005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942436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455483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2574" y="1666241"/>
            <a:ext cx="4462146" cy="1645920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02402" y="1178558"/>
            <a:ext cx="6563359" cy="587248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2574" y="3637278"/>
            <a:ext cx="4462146" cy="2926085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675403" y="3495040"/>
            <a:ext cx="421739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57230239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79" y="2260598"/>
            <a:ext cx="7490179" cy="1645920"/>
          </a:xfrm>
        </p:spPr>
        <p:txBody>
          <a:bodyPr anchor="b">
            <a:normAutofit/>
          </a:bodyPr>
          <a:lstStyle>
            <a:lvl1pPr algn="ctr">
              <a:defRPr sz="336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3798" y="1249680"/>
            <a:ext cx="3676016" cy="573024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79" y="3906518"/>
            <a:ext cx="7490179" cy="2194560"/>
          </a:xfrm>
        </p:spPr>
        <p:txBody>
          <a:bodyPr anchor="t">
            <a:normAutofit/>
          </a:bodyPr>
          <a:lstStyle>
            <a:lvl1pPr marL="0" indent="0" algn="ctr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513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5778498"/>
            <a:ext cx="11531599" cy="680086"/>
          </a:xfrm>
        </p:spPr>
        <p:txBody>
          <a:bodyPr anchor="b">
            <a:normAutofit/>
          </a:bodyPr>
          <a:lstStyle>
            <a:lvl1pPr algn="ctr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49713" y="1249679"/>
            <a:ext cx="12127166" cy="4003043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54481" y="6458584"/>
            <a:ext cx="11531599" cy="592454"/>
          </a:xfrm>
        </p:spPr>
        <p:txBody>
          <a:bodyPr>
            <a:normAutofit/>
          </a:bodyPr>
          <a:lstStyle>
            <a:lvl1pPr marL="0" indent="0" algn="ctr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1767449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4642" y="1178558"/>
            <a:ext cx="11511278" cy="3545842"/>
          </a:xfrm>
        </p:spPr>
        <p:txBody>
          <a:bodyPr anchor="ctr">
            <a:normAutofit/>
          </a:bodyPr>
          <a:lstStyle>
            <a:lvl1pPr algn="ctr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4642" y="5212080"/>
            <a:ext cx="11511278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163197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8448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009775" y="4023360"/>
            <a:ext cx="10607042" cy="70104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400"/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212080"/>
            <a:ext cx="11531599" cy="183896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720320" y="3393444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675403" y="496823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052399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2" y="3970297"/>
            <a:ext cx="11531602" cy="1762560"/>
          </a:xfrm>
        </p:spPr>
        <p:txBody>
          <a:bodyPr anchor="b">
            <a:normAutofit/>
          </a:bodyPr>
          <a:lstStyle>
            <a:lvl1pPr algn="l">
              <a:defRPr sz="384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732857"/>
            <a:ext cx="11531602" cy="1032480"/>
          </a:xfrm>
        </p:spPr>
        <p:txBody>
          <a:bodyPr anchor="t">
            <a:normAutofit/>
          </a:bodyPr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4361402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5455" y="1178558"/>
            <a:ext cx="11155678" cy="2692402"/>
          </a:xfrm>
        </p:spPr>
        <p:txBody>
          <a:bodyPr anchor="ctr">
            <a:normAutofit/>
          </a:bodyPr>
          <a:lstStyle>
            <a:lvl1pPr algn="ctr">
              <a:defRPr sz="384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67174"/>
            <a:ext cx="11531602" cy="1064362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8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5435600"/>
            <a:ext cx="11531602" cy="161544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34416" y="105595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720320" y="3119113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 algn="r"/>
            <a:r>
              <a:rPr lang="en-US" sz="96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1936824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4481" y="1178558"/>
            <a:ext cx="11531599" cy="2692402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2"/>
          <p:cNvSpPr>
            <a:spLocks noGrp="1"/>
          </p:cNvSpPr>
          <p:nvPr>
            <p:ph type="body" idx="13"/>
          </p:nvPr>
        </p:nvSpPr>
        <p:spPr>
          <a:xfrm>
            <a:off x="1554481" y="4356201"/>
            <a:ext cx="11531602" cy="100949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33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0" y="5364480"/>
            <a:ext cx="11531604" cy="1686560"/>
          </a:xfrm>
        </p:spPr>
        <p:txBody>
          <a:bodyPr anchor="t">
            <a:normAutofit/>
          </a:bodyPr>
          <a:lstStyle>
            <a:lvl1pPr marL="0" indent="0" algn="l">
              <a:buNone/>
              <a:defRPr sz="2160">
                <a:solidFill>
                  <a:schemeClr val="tx1"/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675403" y="4114800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19861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675403" y="2905759"/>
            <a:ext cx="11288758" cy="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9876437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799228" y="1178558"/>
            <a:ext cx="2269074" cy="587248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54478" y="1178558"/>
            <a:ext cx="8919630" cy="587248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smtClean="0"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0636668" y="1188720"/>
            <a:ext cx="0" cy="5852160"/>
          </a:xfrm>
          <a:prstGeom prst="line">
            <a:avLst/>
          </a:prstGeom>
          <a:ln w="158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1039796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636674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PanelContent-GrommetsCombined.png"/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4626590" cy="82274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4483" y="1178559"/>
            <a:ext cx="11521435" cy="156464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4481" y="3068319"/>
            <a:ext cx="11521435" cy="39827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413001" y="7162800"/>
            <a:ext cx="192024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8A87A34-81AB-432B-8DAE-1953F412C126}" type="datetimeFigureOut">
              <a:rPr lang="en-US" smtClean="0"/>
              <a:pPr/>
              <a:t>8/19/2025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54481" y="7162800"/>
            <a:ext cx="8767080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424682" y="7162800"/>
            <a:ext cx="651236" cy="3352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91562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</p:sldLayoutIdLst>
  <p:hf sldNum="0" hdr="0" ftr="0" dt="0"/>
  <p:txStyles>
    <p:titleStyle>
      <a:lvl1pPr algn="ctr" defTabSz="548640" rtl="0" eaLnBrk="1" latinLnBrk="0" hangingPunct="1">
        <a:spcBef>
          <a:spcPct val="0"/>
        </a:spcBef>
        <a:buNone/>
        <a:defRPr sz="528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8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440180" indent="-34290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216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85166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92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400300" indent="-20574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ct val="20000"/>
        </a:spcBef>
        <a:spcAft>
          <a:spcPts val="720"/>
        </a:spcAft>
        <a:buClr>
          <a:schemeClr val="accent1"/>
        </a:buClr>
        <a:buSzPct val="115000"/>
        <a:buFont typeface="Arial"/>
        <a:buChar char="•"/>
        <a:defRPr sz="168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7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6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9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0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24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8.xml"/></Relationships>
</file>

<file path=ppt/slides/_rels/slide2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/Relationships>
</file>

<file path=ppt/slides/_rels/slide2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6.pn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xmlns="" id="{F7AB4FF9-8FD0-DFD3-E32B-8721B913144C}"/>
              </a:ext>
            </a:extLst>
          </p:cNvPr>
          <p:cNvSpPr txBox="1">
            <a:spLocks/>
          </p:cNvSpPr>
          <p:nvPr/>
        </p:nvSpPr>
        <p:spPr>
          <a:xfrm>
            <a:off x="1573951" y="659492"/>
            <a:ext cx="10927024" cy="2296650"/>
          </a:xfrm>
          <a:prstGeom prst="rect">
            <a:avLst/>
          </a:prstGeom>
        </p:spPr>
        <p:txBody>
          <a:bodyPr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b="1" dirty="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FAST National University of Computer and Emerging Sciences, Islamabad </a:t>
            </a:r>
          </a:p>
        </p:txBody>
      </p:sp>
      <p:pic>
        <p:nvPicPr>
          <p:cNvPr id="5" name="Picture 4" descr="A blue circle with black text&#10;&#10;Description automatically generated">
            <a:extLst>
              <a:ext uri="{FF2B5EF4-FFF2-40B4-BE49-F238E27FC236}">
                <a16:creationId xmlns:a16="http://schemas.microsoft.com/office/drawing/2014/main" xmlns="" id="{0F7707D2-DE84-1A6C-6647-3938E6CF6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4135" y="2576427"/>
            <a:ext cx="2078414" cy="2078414"/>
          </a:xfrm>
          <a:prstGeom prst="rect">
            <a:avLst/>
          </a:prstGeom>
        </p:spPr>
      </p:pic>
      <p:sp>
        <p:nvSpPr>
          <p:cNvPr id="6" name="Subtitle 2">
            <a:extLst>
              <a:ext uri="{FF2B5EF4-FFF2-40B4-BE49-F238E27FC236}">
                <a16:creationId xmlns:a16="http://schemas.microsoft.com/office/drawing/2014/main" xmlns="" id="{F0BC0B79-1083-E082-B420-29C284B2732D}"/>
              </a:ext>
            </a:extLst>
          </p:cNvPr>
          <p:cNvSpPr txBox="1">
            <a:spLocks/>
          </p:cNvSpPr>
          <p:nvPr/>
        </p:nvSpPr>
        <p:spPr>
          <a:xfrm>
            <a:off x="2743200" y="5273459"/>
            <a:ext cx="9144000" cy="1655762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itchFamily="34" charset="0"/>
              <a:buNone/>
            </a:pPr>
            <a:r>
              <a:rPr lang="en-US" dirty="0"/>
              <a:t>Civics and Community Engagement</a:t>
            </a:r>
          </a:p>
          <a:p>
            <a:pPr marL="0" indent="0" algn="ctr">
              <a:buFont typeface="Arial" pitchFamily="34" charset="0"/>
              <a:buNone/>
            </a:pPr>
            <a:r>
              <a:rPr lang="en-US" i="1" dirty="0"/>
              <a:t>by</a:t>
            </a:r>
            <a:endParaRPr lang="en-US" sz="3600" i="1" dirty="0"/>
          </a:p>
          <a:p>
            <a:pPr marL="0" indent="0" algn="ctr">
              <a:buFont typeface="Arial" pitchFamily="34" charset="0"/>
              <a:buNone/>
            </a:pPr>
            <a:r>
              <a:rPr lang="en-US" dirty="0"/>
              <a:t>Ms. </a:t>
            </a:r>
            <a:r>
              <a:rPr lang="en-US" dirty="0" smtClean="0"/>
              <a:t>Iqra </a:t>
            </a:r>
            <a:r>
              <a:rPr lang="en-US" smtClean="0"/>
              <a:t>Nazar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5488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A5863BE-A56F-FBAD-3000-61D275172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6DC35E8F-FB48-F2C6-0074-96E749603C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444876C6-E0AE-EF82-221C-4E20D0A5A9CA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3074" name="Picture 2" descr="UN Sustainable Development Goals (SDGs)">
            <a:extLst>
              <a:ext uri="{FF2B5EF4-FFF2-40B4-BE49-F238E27FC236}">
                <a16:creationId xmlns:a16="http://schemas.microsoft.com/office/drawing/2014/main" xmlns="" id="{53CAEDCB-E614-F71D-914D-E7DCAA73F5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903" y="745723"/>
            <a:ext cx="13582421" cy="67381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73087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691795" y="384345"/>
            <a:ext cx="13425037" cy="17409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7611"/>
              </a:lnSpc>
              <a:buNone/>
            </a:pPr>
            <a:r>
              <a:rPr lang="en-US" sz="4400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The 17 Sustainable Development Goals (SDGs)</a:t>
            </a:r>
            <a:endParaRPr lang="en-US" sz="4400" dirty="0"/>
          </a:p>
        </p:txBody>
      </p:sp>
      <p:sp>
        <p:nvSpPr>
          <p:cNvPr id="6" name="Text 2"/>
          <p:cNvSpPr/>
          <p:nvPr/>
        </p:nvSpPr>
        <p:spPr>
          <a:xfrm>
            <a:off x="963632" y="2393010"/>
            <a:ext cx="7575233" cy="215098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17 Sustainable Development Goals (SDGs) are a set of interconnected goals adopted by the United Nations in 2015.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 SDGs are universal, meaning they apply to all countries.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i="1" dirty="0">
                <a:latin typeface="Open Sans" pitchFamily="34" charset="0"/>
                <a:ea typeface="Open Sans" pitchFamily="34" charset="-122"/>
                <a:cs typeface="Open Sans" pitchFamily="34" charset="-120"/>
              </a:rPr>
              <a:t>They are also integrated, meaning that they are interconnected and cannot be achieved in isolation.</a:t>
            </a:r>
            <a:endParaRPr lang="en-US" sz="2400" i="1" dirty="0"/>
          </a:p>
        </p:txBody>
      </p:sp>
      <p:sp>
        <p:nvSpPr>
          <p:cNvPr id="7" name="Shape 3"/>
          <p:cNvSpPr/>
          <p:nvPr/>
        </p:nvSpPr>
        <p:spPr>
          <a:xfrm>
            <a:off x="784384" y="7237928"/>
            <a:ext cx="358497" cy="358497"/>
          </a:xfrm>
          <a:prstGeom prst="roundRect">
            <a:avLst>
              <a:gd name="adj" fmla="val 25503939"/>
            </a:avLst>
          </a:prstGeom>
          <a:noFill/>
          <a:ln w="762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EB8B5792-5476-D5D5-EE3D-CA36BE03B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9073" y="1891075"/>
            <a:ext cx="4867954" cy="482984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68B17A46-9B91-1878-502A-E3FBC3753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9CA8738E-572B-6A42-B49B-FFBA45F2C9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A8884C62-B701-F37E-4C4E-EA4F213703FB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87E47A02-79E9-B13E-7C88-0B713EF5FC36}"/>
              </a:ext>
            </a:extLst>
          </p:cNvPr>
          <p:cNvSpPr/>
          <p:nvPr/>
        </p:nvSpPr>
        <p:spPr>
          <a:xfrm>
            <a:off x="3581388" y="432435"/>
            <a:ext cx="7467624" cy="6915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445"/>
              </a:lnSpc>
              <a:buNone/>
            </a:pPr>
            <a:r>
              <a:rPr lang="en-US" sz="4800" b="1" dirty="0"/>
              <a:t>SDG 1: No Poverty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A78C5300-8FD3-0940-480F-E2435CE044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7082" y="1556385"/>
            <a:ext cx="12839230" cy="6001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68026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86798CC-B1D9-5ECC-2D27-41BDE40A38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4FC03A68-E8AA-CACB-AAFE-B7F3472D27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D05FBDB4-9140-D9A2-F6AF-1449A15428DE}"/>
              </a:ext>
            </a:extLst>
          </p:cNvPr>
          <p:cNvSpPr/>
          <p:nvPr/>
        </p:nvSpPr>
        <p:spPr>
          <a:xfrm>
            <a:off x="0" y="4386"/>
            <a:ext cx="14630400" cy="823126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D033CEA2-90E4-A979-1A40-DFD361241A1F}"/>
              </a:ext>
            </a:extLst>
          </p:cNvPr>
          <p:cNvSpPr/>
          <p:nvPr/>
        </p:nvSpPr>
        <p:spPr>
          <a:xfrm>
            <a:off x="193734" y="262326"/>
            <a:ext cx="12866914" cy="69782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495"/>
              </a:lnSpc>
              <a:buNone/>
            </a:pPr>
            <a:r>
              <a:rPr lang="en-US" sz="3600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SDG 2: Zero Hunger</a:t>
            </a:r>
            <a:endParaRPr lang="en-US" sz="3600" dirty="0"/>
          </a:p>
        </p:txBody>
      </p:sp>
      <p:pic>
        <p:nvPicPr>
          <p:cNvPr id="6146" name="Picture 2" descr="No photo description available.">
            <a:extLst>
              <a:ext uri="{FF2B5EF4-FFF2-40B4-BE49-F238E27FC236}">
                <a16:creationId xmlns:a16="http://schemas.microsoft.com/office/drawing/2014/main" xmlns="" id="{E6347F67-8046-1608-FD2A-058AEC20352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098" b="1735"/>
          <a:stretch/>
        </p:blipFill>
        <p:spPr bwMode="auto">
          <a:xfrm>
            <a:off x="1312991" y="1106573"/>
            <a:ext cx="12004417" cy="66219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750490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703E09-2008-F0E4-55EE-643D09A65E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16125B7B-4341-A874-E920-C89A87F869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19E4B972-A425-5C8F-E594-60CDECC4F775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1413B16C-2FCD-EC0C-0A9D-03DB93FDD330}"/>
              </a:ext>
            </a:extLst>
          </p:cNvPr>
          <p:cNvSpPr/>
          <p:nvPr/>
        </p:nvSpPr>
        <p:spPr>
          <a:xfrm>
            <a:off x="596730" y="219787"/>
            <a:ext cx="13436940" cy="128111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SDG 3: Good Health and Wellbeing</a:t>
            </a:r>
            <a:endParaRPr lang="en-US" sz="3200" dirty="0"/>
          </a:p>
        </p:txBody>
      </p:sp>
      <p:pic>
        <p:nvPicPr>
          <p:cNvPr id="5124" name="Picture 4" descr="Is Asia Pacific on Track to Achieve the SDG 3?">
            <a:extLst>
              <a:ext uri="{FF2B5EF4-FFF2-40B4-BE49-F238E27FC236}">
                <a16:creationId xmlns:a16="http://schemas.microsoft.com/office/drawing/2014/main" xmlns="" id="{5BFAEC89-C670-609F-ABA5-87FC4BF524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3431" y="1513138"/>
            <a:ext cx="10843537" cy="5868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453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34DDCA4B-9729-55A1-E586-1623E03E7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2EDBD16E-048C-F1B0-4CAE-154F5A5C70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7BA894AC-7FF0-3D7D-52DC-5D2429362D02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xmlns="" id="{1128C13C-F73D-56F0-73CD-F85360441999}"/>
              </a:ext>
            </a:extLst>
          </p:cNvPr>
          <p:cNvSpPr/>
          <p:nvPr/>
        </p:nvSpPr>
        <p:spPr>
          <a:xfrm>
            <a:off x="3780055" y="192052"/>
            <a:ext cx="7083862" cy="708779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581"/>
              </a:lnSpc>
              <a:buNone/>
            </a:pPr>
            <a:r>
              <a:rPr lang="en-US" sz="2800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SDG 4: Quality Education</a:t>
            </a:r>
            <a:endParaRPr lang="en-US" sz="2800" b="1" dirty="0"/>
          </a:p>
        </p:txBody>
      </p:sp>
      <p:pic>
        <p:nvPicPr>
          <p:cNvPr id="7170" name="Picture 2" descr="SDG 4 (education) target areas [17] | Download Scientific Diagram">
            <a:extLst>
              <a:ext uri="{FF2B5EF4-FFF2-40B4-BE49-F238E27FC236}">
                <a16:creationId xmlns:a16="http://schemas.microsoft.com/office/drawing/2014/main" xmlns="" id="{D36E0BE5-1362-3B60-C25D-0D1A5BA358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001" y="1470013"/>
            <a:ext cx="12383969" cy="5945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7004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50D6BB6-99E4-F3F1-9E00-AA9FD8440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63225E21-FF90-2A09-0FF2-CAF30900E4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4B5E62A8-BA4C-A78B-B463-117D54867EA6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C258E30F-AD74-401B-F4A7-65157765106E}"/>
              </a:ext>
            </a:extLst>
          </p:cNvPr>
          <p:cNvSpPr/>
          <p:nvPr/>
        </p:nvSpPr>
        <p:spPr>
          <a:xfrm>
            <a:off x="3306871" y="462265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263"/>
              </a:lnSpc>
              <a:buNone/>
            </a:pPr>
            <a:r>
              <a:rPr lang="en-US" sz="2800" b="1" dirty="0"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SDG 5: Gender Equality</a:t>
            </a:r>
            <a:endParaRPr lang="en-US" sz="2800" dirty="0"/>
          </a:p>
        </p:txBody>
      </p:sp>
      <p:pic>
        <p:nvPicPr>
          <p:cNvPr id="8194" name="Picture 2" descr="SDG 5 - Gender equality and women's empowerment — Thompson ...">
            <a:extLst>
              <a:ext uri="{FF2B5EF4-FFF2-40B4-BE49-F238E27FC236}">
                <a16:creationId xmlns:a16="http://schemas.microsoft.com/office/drawing/2014/main" xmlns="" id="{38062457-5C32-AC66-A63B-BBFB68CAE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0111" y="1439818"/>
            <a:ext cx="11834639" cy="612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1374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1C0A320-93FE-9DA0-32CD-C35FB90378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4EE3D616-CFAA-4D62-3EEB-7DACB8062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9D5A403D-D691-F8FF-4DBE-D95A0C66E8AF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980329D7-D00B-DE68-0DD4-4727AEEC7976}"/>
              </a:ext>
            </a:extLst>
          </p:cNvPr>
          <p:cNvSpPr/>
          <p:nvPr/>
        </p:nvSpPr>
        <p:spPr>
          <a:xfrm>
            <a:off x="2965397" y="462910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3575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SDG 6: Clean Water and Sanitation</a:t>
            </a:r>
            <a:endParaRPr lang="en-US" sz="3575" dirty="0"/>
          </a:p>
        </p:txBody>
      </p:sp>
      <p:pic>
        <p:nvPicPr>
          <p:cNvPr id="9218" name="Picture 2">
            <a:extLst>
              <a:ext uri="{FF2B5EF4-FFF2-40B4-BE49-F238E27FC236}">
                <a16:creationId xmlns:a16="http://schemas.microsoft.com/office/drawing/2014/main" xmlns="" id="{394B7895-8EE0-370F-D660-3EB4D1E16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9468" y="1415442"/>
            <a:ext cx="11284450" cy="59848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785348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09DB0E4-4D42-29FD-D4E9-960F61E4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17A4F8F5-071A-D4BD-410E-08C0D54CAE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F710E44E-B8E9-D633-99D5-C7F120049F6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E883237F-CCA0-D841-90F7-D135B8079487}"/>
              </a:ext>
            </a:extLst>
          </p:cNvPr>
          <p:cNvSpPr/>
          <p:nvPr/>
        </p:nvSpPr>
        <p:spPr>
          <a:xfrm>
            <a:off x="3331924" y="350747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7: Affordable and Clean Energy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xmlns="" id="{BD9AE379-2E3E-E626-B11A-88FA96C2745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13"/>
          <a:stretch/>
        </p:blipFill>
        <p:spPr bwMode="auto">
          <a:xfrm>
            <a:off x="2640709" y="1152394"/>
            <a:ext cx="9534589" cy="6200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78774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46B6FC9-ECEA-4EEA-CE2F-7780D19569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977AF3BA-283A-6287-97FA-26C8BC0D4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9B166437-A773-0EDB-A78D-B72DC5C651C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175DB545-D780-7B9F-771F-7A9E78F57FA7}"/>
              </a:ext>
            </a:extLst>
          </p:cNvPr>
          <p:cNvSpPr/>
          <p:nvPr/>
        </p:nvSpPr>
        <p:spPr>
          <a:xfrm>
            <a:off x="2965397" y="483379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3575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8: Decent Work and Economic Growth</a:t>
            </a:r>
          </a:p>
        </p:txBody>
      </p:sp>
      <p:pic>
        <p:nvPicPr>
          <p:cNvPr id="11266" name="Picture 2" descr="IESL - SLEN">
            <a:extLst>
              <a:ext uri="{FF2B5EF4-FFF2-40B4-BE49-F238E27FC236}">
                <a16:creationId xmlns:a16="http://schemas.microsoft.com/office/drawing/2014/main" xmlns="" id="{23933803-0512-2416-2BEB-FD336DF9691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7587"/>
          <a:stretch/>
        </p:blipFill>
        <p:spPr bwMode="auto">
          <a:xfrm>
            <a:off x="1850328" y="1318593"/>
            <a:ext cx="10929743" cy="62333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851006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41CCE722-337A-F098-DCFA-BDA13C6051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41C4A107-2BCD-2CC4-8851-D83C36CD7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ECA9C170-4EF4-69D9-ACD7-ED575E593268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6B33E6BD-5F6B-5A9C-526E-F3A75CA5C335}"/>
              </a:ext>
            </a:extLst>
          </p:cNvPr>
          <p:cNvSpPr/>
          <p:nvPr/>
        </p:nvSpPr>
        <p:spPr>
          <a:xfrm>
            <a:off x="3331924" y="350747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9: Industry, Innovation, and Infrastructure</a:t>
            </a:r>
          </a:p>
        </p:txBody>
      </p:sp>
      <p:pic>
        <p:nvPicPr>
          <p:cNvPr id="12294" name="Picture 6" descr="IESL - SLEN">
            <a:extLst>
              <a:ext uri="{FF2B5EF4-FFF2-40B4-BE49-F238E27FC236}">
                <a16:creationId xmlns:a16="http://schemas.microsoft.com/office/drawing/2014/main" xmlns="" id="{9D8744FB-484D-D5C6-6556-3F7745C3AAF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920"/>
          <a:stretch/>
        </p:blipFill>
        <p:spPr bwMode="auto">
          <a:xfrm>
            <a:off x="1380602" y="1393185"/>
            <a:ext cx="11869195" cy="5834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28763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2965397" y="301962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3575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10: Reduced Inequalities</a:t>
            </a:r>
          </a:p>
        </p:txBody>
      </p:sp>
      <p:pic>
        <p:nvPicPr>
          <p:cNvPr id="13314" name="Picture 2" descr="IESL - SLEN">
            <a:extLst>
              <a:ext uri="{FF2B5EF4-FFF2-40B4-BE49-F238E27FC236}">
                <a16:creationId xmlns:a16="http://schemas.microsoft.com/office/drawing/2014/main" xmlns="" id="{D3F0766A-B967-6DCE-F83A-6118A3A5AE7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333"/>
          <a:stretch/>
        </p:blipFill>
        <p:spPr bwMode="auto">
          <a:xfrm>
            <a:off x="1518389" y="1307572"/>
            <a:ext cx="11593622" cy="60953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6352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3331924" y="350747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11: Sustainable Cities and Communities</a:t>
            </a:r>
          </a:p>
        </p:txBody>
      </p:sp>
      <p:pic>
        <p:nvPicPr>
          <p:cNvPr id="14338" name="Picture 2" descr="IESL - SLEN">
            <a:extLst>
              <a:ext uri="{FF2B5EF4-FFF2-40B4-BE49-F238E27FC236}">
                <a16:creationId xmlns:a16="http://schemas.microsoft.com/office/drawing/2014/main" xmlns="" id="{09B323EF-DF6A-6FE4-6A6F-F403BF721F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565"/>
          <a:stretch/>
        </p:blipFill>
        <p:spPr bwMode="auto">
          <a:xfrm>
            <a:off x="1671440" y="1242871"/>
            <a:ext cx="11743935" cy="6150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432008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526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2965397" y="301962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3575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12: Responsible Consumption and Production</a:t>
            </a:r>
          </a:p>
        </p:txBody>
      </p:sp>
      <p:pic>
        <p:nvPicPr>
          <p:cNvPr id="15362" name="Picture 2" descr="IESL - SLEN">
            <a:extLst>
              <a:ext uri="{FF2B5EF4-FFF2-40B4-BE49-F238E27FC236}">
                <a16:creationId xmlns:a16="http://schemas.microsoft.com/office/drawing/2014/main" xmlns="" id="{B21C9F27-DFE3-A0E1-3123-F70BEFDB14A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656"/>
          <a:stretch/>
        </p:blipFill>
        <p:spPr bwMode="auto">
          <a:xfrm>
            <a:off x="1600199" y="1356824"/>
            <a:ext cx="11740019" cy="62652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6693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12526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3181612" y="363401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13: Climate Action</a:t>
            </a:r>
          </a:p>
        </p:txBody>
      </p:sp>
      <p:pic>
        <p:nvPicPr>
          <p:cNvPr id="16386" name="Picture 2" descr="IESL - SLEN">
            <a:extLst>
              <a:ext uri="{FF2B5EF4-FFF2-40B4-BE49-F238E27FC236}">
                <a16:creationId xmlns:a16="http://schemas.microsoft.com/office/drawing/2014/main" xmlns="" id="{2949E096-990C-D796-D285-86EE7F3986E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153"/>
          <a:stretch/>
        </p:blipFill>
        <p:spPr bwMode="auto">
          <a:xfrm>
            <a:off x="2205817" y="1394565"/>
            <a:ext cx="10758622" cy="60333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32354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15561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1449748" y="353403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3575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14: Life Below Water</a:t>
            </a:r>
          </a:p>
        </p:txBody>
      </p:sp>
      <p:pic>
        <p:nvPicPr>
          <p:cNvPr id="17410" name="Picture 2" descr="IESL - SLEN">
            <a:extLst>
              <a:ext uri="{FF2B5EF4-FFF2-40B4-BE49-F238E27FC236}">
                <a16:creationId xmlns:a16="http://schemas.microsoft.com/office/drawing/2014/main" xmlns="" id="{47BF559D-F535-9B7D-92B7-F217B20AC6F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2842"/>
          <a:stretch/>
        </p:blipFill>
        <p:spPr bwMode="auto">
          <a:xfrm>
            <a:off x="1624836" y="1120985"/>
            <a:ext cx="11114134" cy="66539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8778059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3118981" y="360496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15: Life on Land</a:t>
            </a:r>
          </a:p>
        </p:txBody>
      </p:sp>
      <p:pic>
        <p:nvPicPr>
          <p:cNvPr id="1026" name="Picture 2" descr="IESL - SLEN">
            <a:extLst>
              <a:ext uri="{FF2B5EF4-FFF2-40B4-BE49-F238E27FC236}">
                <a16:creationId xmlns:a16="http://schemas.microsoft.com/office/drawing/2014/main" xmlns="" id="{0D010237-DE3B-2BCA-F29F-AC6C41064E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175" y="901873"/>
            <a:ext cx="11461315" cy="6967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8820212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31122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840929" y="261031"/>
            <a:ext cx="7816096" cy="567452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4468"/>
              </a:lnSpc>
              <a:buNone/>
            </a:pPr>
            <a:r>
              <a:rPr lang="en-US" sz="2800" b="1" dirty="0">
                <a:solidFill>
                  <a:srgbClr val="403C4E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16: Peace, Justice &amp; Strong Institutions</a:t>
            </a:r>
          </a:p>
        </p:txBody>
      </p:sp>
      <p:pic>
        <p:nvPicPr>
          <p:cNvPr id="19458" name="Picture 2" descr="IESL - SLEN">
            <a:extLst>
              <a:ext uri="{FF2B5EF4-FFF2-40B4-BE49-F238E27FC236}">
                <a16:creationId xmlns:a16="http://schemas.microsoft.com/office/drawing/2014/main" xmlns="" id="{362654BC-F305-4B2E-3D81-83116FA112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8" r="-2295" b="15281"/>
          <a:stretch/>
        </p:blipFill>
        <p:spPr bwMode="auto">
          <a:xfrm>
            <a:off x="1002082" y="1224291"/>
            <a:ext cx="12438345" cy="64090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668828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/>
          <p:cNvSpPr/>
          <p:nvPr/>
        </p:nvSpPr>
        <p:spPr>
          <a:xfrm>
            <a:off x="3195033" y="365533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Goal 17: Partnerships for the Goals </a:t>
            </a: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D7609F6D-68CC-442E-E253-DB788095FA41}"/>
              </a:ext>
            </a:extLst>
          </p:cNvPr>
          <p:cNvSpPr/>
          <p:nvPr/>
        </p:nvSpPr>
        <p:spPr>
          <a:xfrm>
            <a:off x="1138438" y="1240051"/>
            <a:ext cx="12414724" cy="6012520"/>
          </a:xfrm>
          <a:prstGeom prst="roundRect">
            <a:avLst>
              <a:gd name="adj" fmla="val 465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xmlns="" id="{98A05E9B-1654-5C64-A7BC-65EECCFD9E1D}"/>
              </a:ext>
            </a:extLst>
          </p:cNvPr>
          <p:cNvSpPr/>
          <p:nvPr/>
        </p:nvSpPr>
        <p:spPr>
          <a:xfrm>
            <a:off x="1347047" y="706198"/>
            <a:ext cx="2187411" cy="3456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8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                                                                                                                              Targets: </a:t>
            </a:r>
            <a:r>
              <a:rPr lang="en-US" sz="2178" b="1" dirty="0">
                <a:solidFill>
                  <a:prstClr val="black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19</a:t>
            </a:r>
            <a:endParaRPr kumimoji="0" lang="en-US" sz="2178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q"/>
              <a:tabLst/>
              <a:defRPr/>
            </a:pPr>
            <a:r>
              <a:rPr kumimoji="0" lang="en-US" sz="2178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Main Focus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Finance (</a:t>
            </a:r>
            <a:r>
              <a:rPr lang="en-US" sz="2000" b="1" dirty="0">
                <a:solidFill>
                  <a:prstClr val="black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Do</a:t>
            </a:r>
            <a:r>
              <a:rPr kumimoji="0" lang="en-US" sz="20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mestic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resource mobilization, ODA, Loan for sustainable development)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Technology (Cooperation, Transfer, and Operationalization)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Capacity building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Trade (Free trade, Multilateral trade)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sz="2000" b="1" dirty="0">
                <a:solidFill>
                  <a:prstClr val="black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Systematic Issues (Macroeconomic stability, Countries level policies)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Multi-Stakeholder Partnerships (Global &amp; Local partnerships for sustainable development)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Data, Monitoring, and Accountability (Increase availability of disaggregated data &amp; </a:t>
            </a:r>
          </a:p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development of progress measures)</a:t>
            </a:r>
          </a:p>
          <a:p>
            <a:pPr marL="342900" marR="0" lvl="0" indent="-34290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ü"/>
              <a:tabLst/>
              <a:defRPr/>
            </a:pP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372035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581388" y="432435"/>
            <a:ext cx="7467624" cy="6915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445"/>
              </a:lnSpc>
              <a:buNone/>
            </a:pPr>
            <a:r>
              <a:rPr lang="en-US" sz="4000" b="1" dirty="0"/>
              <a:t>SDG 1: Example of Student Initiatives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xmlns="" id="{5A4257C4-89DD-F29C-C5E3-2A320DFB2B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488659"/>
              </p:ext>
            </p:extLst>
          </p:nvPr>
        </p:nvGraphicFramePr>
        <p:xfrm>
          <a:off x="1390388" y="1912731"/>
          <a:ext cx="11498893" cy="5632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0779846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25052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581388" y="432435"/>
            <a:ext cx="7467624" cy="691515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indent="0" algn="ctr">
              <a:lnSpc>
                <a:spcPts val="5445"/>
              </a:lnSpc>
              <a:buNone/>
            </a:pPr>
            <a:r>
              <a:rPr lang="en-US" sz="4000" b="1" dirty="0"/>
              <a:t>SDG 2: Examples of Student Initiatives</a:t>
            </a:r>
          </a:p>
        </p:txBody>
      </p:sp>
      <p:graphicFrame>
        <p:nvGraphicFramePr>
          <p:cNvPr id="9" name="TextBox 6">
            <a:extLst>
              <a:ext uri="{FF2B5EF4-FFF2-40B4-BE49-F238E27FC236}">
                <a16:creationId xmlns:a16="http://schemas.microsoft.com/office/drawing/2014/main" xmlns="" id="{5A4257C4-89DD-F29C-C5E3-2A320DFB2B6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9356147"/>
              </p:ext>
            </p:extLst>
          </p:nvPr>
        </p:nvGraphicFramePr>
        <p:xfrm>
          <a:off x="1390388" y="1912731"/>
          <a:ext cx="11498893" cy="563231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8133720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-5596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1"/>
          <p:cNvSpPr/>
          <p:nvPr/>
        </p:nvSpPr>
        <p:spPr>
          <a:xfrm>
            <a:off x="367906" y="843158"/>
            <a:ext cx="13042821" cy="93380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5581"/>
              </a:lnSpc>
              <a:buNone/>
            </a:pPr>
            <a:r>
              <a:rPr lang="en-US" sz="4800" b="1" dirty="0">
                <a:latin typeface="+mj-lt"/>
                <a:ea typeface="Merriweather" pitchFamily="34" charset="-122"/>
                <a:cs typeface="Merriweather" pitchFamily="34" charset="-120"/>
              </a:rPr>
              <a:t>Conclusion</a:t>
            </a:r>
            <a:endParaRPr lang="en-US" sz="4800" dirty="0">
              <a:latin typeface="+mj-lt"/>
            </a:endParaRPr>
          </a:p>
        </p:txBody>
      </p:sp>
      <p:sp>
        <p:nvSpPr>
          <p:cNvPr id="6" name="Text 2"/>
          <p:cNvSpPr/>
          <p:nvPr/>
        </p:nvSpPr>
        <p:spPr>
          <a:xfrm>
            <a:off x="1144520" y="2075768"/>
            <a:ext cx="12032862" cy="10887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800" dirty="0">
                <a:ea typeface="Open Sans" pitchFamily="34" charset="-122"/>
                <a:cs typeface="Open Sans" pitchFamily="34" charset="-120"/>
              </a:rPr>
              <a:t>Achieving the 17 SDGs requires a collective effort from governments, businesses, civil society, and individuals. By working together, we can create a more sustainable and equitable world for all. It is essential to prioritize collaboration, innovation, and inclusive development to address the challenges and achieve the transformative goals for a better future.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29D613CB-04F8-99F3-7AD9-6A3C3115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247A63A3-6A13-B774-D057-5BEF69AF4C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6565C721-847C-B6AC-EEDA-FB77B7E9A7D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C32833CD-CBA3-4D8C-04E2-E210A4DD6566}"/>
              </a:ext>
            </a:extLst>
          </p:cNvPr>
          <p:cNvSpPr/>
          <p:nvPr/>
        </p:nvSpPr>
        <p:spPr>
          <a:xfrm>
            <a:off x="3195033" y="365533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j-lt"/>
                <a:ea typeface="Merriweather" pitchFamily="34" charset="-122"/>
                <a:cs typeface="Merriweather" pitchFamily="34" charset="-120"/>
              </a:rPr>
              <a:t>Class Activity</a:t>
            </a: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535E3C17-B15B-CAD4-91A9-3900D1A4F952}"/>
              </a:ext>
            </a:extLst>
          </p:cNvPr>
          <p:cNvSpPr/>
          <p:nvPr/>
        </p:nvSpPr>
        <p:spPr>
          <a:xfrm>
            <a:off x="1138438" y="1051836"/>
            <a:ext cx="12414724" cy="6012520"/>
          </a:xfrm>
          <a:prstGeom prst="roundRect">
            <a:avLst>
              <a:gd name="adj" fmla="val 465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pPr marL="571500" marR="0" lvl="0" indent="-5715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b="1" dirty="0"/>
              <a:t>Choose one SDG and analyze Pakistan’s current progress on it.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b="1" dirty="0"/>
              <a:t>Discuss its key challenges, provide relevant data or case studies, and propose actionable recommendations to improve outcomes. </a:t>
            </a:r>
          </a:p>
          <a:p>
            <a:pPr marL="571500" marR="0" lvl="0" indent="-5715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600" b="1" dirty="0"/>
              <a:t>Present your findings to the class in 5-7 minutes.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xmlns="" id="{D5641E3C-1E9A-5E2A-C16C-2AB0D62302D2}"/>
              </a:ext>
            </a:extLst>
          </p:cNvPr>
          <p:cNvSpPr/>
          <p:nvPr/>
        </p:nvSpPr>
        <p:spPr>
          <a:xfrm>
            <a:off x="1347047" y="706198"/>
            <a:ext cx="2187411" cy="3456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8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                                                                                                                        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6114178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D9B3694D-B039-F83E-FD73-59C1DCD15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A50DAB60-DBA7-70C6-098E-8483C3EA2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BBEB71E9-9B35-F93D-9304-6578F97062DD}"/>
              </a:ext>
            </a:extLst>
          </p:cNvPr>
          <p:cNvSpPr/>
          <p:nvPr/>
        </p:nvSpPr>
        <p:spPr>
          <a:xfrm>
            <a:off x="-14868" y="-7434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7C5865B5-4B79-EA05-5C98-580121F21096}"/>
              </a:ext>
            </a:extLst>
          </p:cNvPr>
          <p:cNvSpPr/>
          <p:nvPr/>
        </p:nvSpPr>
        <p:spPr>
          <a:xfrm>
            <a:off x="3195033" y="365533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Small pointer</a:t>
            </a: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60207756-FEAE-1450-C3CE-283258B0F5B6}"/>
              </a:ext>
            </a:extLst>
          </p:cNvPr>
          <p:cNvSpPr/>
          <p:nvPr/>
        </p:nvSpPr>
        <p:spPr>
          <a:xfrm>
            <a:off x="1347047" y="2021080"/>
            <a:ext cx="12414724" cy="3670476"/>
          </a:xfrm>
          <a:prstGeom prst="roundRect">
            <a:avLst>
              <a:gd name="adj" fmla="val 465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pPr marL="0" marR="0" lvl="0" indent="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b="1" dirty="0"/>
              <a:t>Each group will research and discuss: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The current state of their assigned SDG in Pakistan.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Progress made so far (using data and reports).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Key challenges and barriers.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Examples of initiatives or policies addressing the SDG.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xmlns="" id="{BDEC55AD-9CE6-EF46-4622-C3C9309E227E}"/>
              </a:ext>
            </a:extLst>
          </p:cNvPr>
          <p:cNvSpPr/>
          <p:nvPr/>
        </p:nvSpPr>
        <p:spPr>
          <a:xfrm>
            <a:off x="1347047" y="706198"/>
            <a:ext cx="2187411" cy="3456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8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                                              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76942151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20000"/>
            <a:lumOff val="80000"/>
          </a:scheme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xmlns="" id="{32593F74-1638-697B-0A9D-C13E098B8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xmlns="" id="{24A0D3EC-5E21-6321-73BC-A6DC73F58D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xmlns="" id="{03B03604-2D21-81D8-7F17-99AD7E61266C}"/>
              </a:ext>
            </a:extLst>
          </p:cNvPr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xmlns="" id="{7C81DC05-25D0-6E66-103C-51E2B7A0DED2}"/>
              </a:ext>
            </a:extLst>
          </p:cNvPr>
          <p:cNvSpPr/>
          <p:nvPr/>
        </p:nvSpPr>
        <p:spPr>
          <a:xfrm>
            <a:off x="3282716" y="967658"/>
            <a:ext cx="7443455" cy="541377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ctr" defTabSz="914400" rtl="0" eaLnBrk="1" fontAlgn="auto" latinLnBrk="0" hangingPunct="1">
              <a:lnSpc>
                <a:spcPts val="4263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 Discussion between all Groups</a:t>
            </a:r>
          </a:p>
        </p:txBody>
      </p:sp>
      <p:sp>
        <p:nvSpPr>
          <p:cNvPr id="16" name="Shape 8">
            <a:extLst>
              <a:ext uri="{FF2B5EF4-FFF2-40B4-BE49-F238E27FC236}">
                <a16:creationId xmlns:a16="http://schemas.microsoft.com/office/drawing/2014/main" xmlns="" id="{3D3EB631-5307-E6B8-D291-D91D2875170D}"/>
              </a:ext>
            </a:extLst>
          </p:cNvPr>
          <p:cNvSpPr/>
          <p:nvPr/>
        </p:nvSpPr>
        <p:spPr>
          <a:xfrm>
            <a:off x="1138438" y="1966236"/>
            <a:ext cx="12414724" cy="3670476"/>
          </a:xfrm>
          <a:prstGeom prst="roundRect">
            <a:avLst>
              <a:gd name="adj" fmla="val 4651"/>
            </a:avLst>
          </a:prstGeom>
          <a:solidFill>
            <a:schemeClr val="accent2">
              <a:lumMod val="20000"/>
              <a:lumOff val="80000"/>
            </a:schemeClr>
          </a:solidFill>
          <a:ln w="7620">
            <a:solidFill>
              <a:srgbClr val="E5BEB2"/>
            </a:solidFill>
            <a:prstDash val="solid"/>
          </a:ln>
        </p:spPr>
        <p:txBody>
          <a:bodyPr/>
          <a:lstStyle/>
          <a:p>
            <a:pPr marL="457200" marR="0" lvl="0" indent="-4572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Which SDG seems most challenging for Pakistan? Why?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What role can students or local communities play in advancing these goals?</a:t>
            </a:r>
          </a:p>
          <a:p>
            <a:pPr marL="457200" marR="0" lvl="0" indent="-457200" algn="just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b="1" dirty="0"/>
              <a:t>How can technology and innovation help achieve SDGs in Pakistan?</a:t>
            </a: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xmlns="" id="{17481595-04B1-07D5-A8FF-3E9F890FD4D6}"/>
              </a:ext>
            </a:extLst>
          </p:cNvPr>
          <p:cNvSpPr/>
          <p:nvPr/>
        </p:nvSpPr>
        <p:spPr>
          <a:xfrm>
            <a:off x="1347047" y="706198"/>
            <a:ext cx="2187411" cy="345638"/>
          </a:xfrm>
          <a:prstGeom prst="rect">
            <a:avLst/>
          </a:prstGeom>
          <a:noFill/>
          <a:ln/>
        </p:spPr>
        <p:txBody>
          <a:bodyPr wrap="none" rtlCol="0" anchor="t"/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178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marR="0" lvl="0" indent="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178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                    </a:t>
            </a:r>
          </a:p>
        </p:txBody>
      </p:sp>
    </p:spTree>
    <p:extLst>
      <p:ext uri="{BB962C8B-B14F-4D97-AF65-F5344CB8AC3E}">
        <p14:creationId xmlns:p14="http://schemas.microsoft.com/office/powerpoint/2010/main" val="328117559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D9B247"/>
      </a:accent1>
      <a:accent2>
        <a:srgbClr val="CC702D"/>
      </a:accent2>
      <a:accent3>
        <a:srgbClr val="B53A31"/>
      </a:accent3>
      <a:accent4>
        <a:srgbClr val="815F56"/>
      </a:accent4>
      <a:accent5>
        <a:srgbClr val="AE9E7C"/>
      </a:accent5>
      <a:accent6>
        <a:srgbClr val="7B8865"/>
      </a:accent6>
      <a:hlink>
        <a:srgbClr val="BB7826"/>
      </a:hlink>
      <a:folHlink>
        <a:srgbClr val="CF9C5F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E4E49EB0-FB00-41F5-9359-4843D783A2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20496</TotalTime>
  <Words>725</Words>
  <Application>Microsoft Office PowerPoint</Application>
  <PresentationFormat>Custom</PresentationFormat>
  <Paragraphs>95</Paragraphs>
  <Slides>26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5" baseType="lpstr">
      <vt:lpstr>ADLaM Display</vt:lpstr>
      <vt:lpstr>Aptos</vt:lpstr>
      <vt:lpstr>Arial</vt:lpstr>
      <vt:lpstr>Calibri</vt:lpstr>
      <vt:lpstr>Garamond</vt:lpstr>
      <vt:lpstr>Merriweather</vt:lpstr>
      <vt:lpstr>Open Sans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Microsoft account</cp:lastModifiedBy>
  <cp:revision>99</cp:revision>
  <dcterms:created xsi:type="dcterms:W3CDTF">2024-08-25T18:20:37Z</dcterms:created>
  <dcterms:modified xsi:type="dcterms:W3CDTF">2025-08-19T06:27:22Z</dcterms:modified>
</cp:coreProperties>
</file>